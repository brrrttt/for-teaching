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1.xml.rels" ContentType="application/vnd.openxmlformats-package.relationships+xml"/>
  <Override PartName="/ppt/slideMasters/_rels/slideMaster5.xml.rels" ContentType="application/vnd.openxmlformats-package.relationships+xml"/>
  <Override PartName="/ppt/slideMasters/_rels/slideMaster10.xml.rels" ContentType="application/vnd.openxmlformats-package.relationships+xml"/>
  <Override PartName="/ppt/slideMasters/_rels/slideMaster4.xml.rels" ContentType="application/vnd.openxmlformats-package.relationships+xml"/>
  <Override PartName="/ppt/slideMasters/_rels/slideMaster9.xml.rels" ContentType="application/vnd.openxmlformats-package.relationships+xml"/>
  <Override PartName="/ppt/slideMasters/_rels/slideMaster8.xml.rels" ContentType="application/vnd.openxmlformats-package.relationships+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1.xml" ContentType="application/vnd.openxmlformats-officedocument.theme+xml"/>
  <Override PartName="/ppt/theme/theme2.xml" ContentType="application/vnd.openxmlformats-officedocument.theme+xml"/>
  <Override PartName="/ppt/theme/theme1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_rels/slide11.xml.rels" ContentType="application/vnd.openxmlformats-package.relationships+xml"/>
  <Override PartName="/ppt/slides/_rels/slide9.xml.rels" ContentType="application/vnd.openxmlformats-package.relationships+xml"/>
  <Override PartName="/ppt/slides/_rels/slide13.xml.rels" ContentType="application/vnd.openxmlformats-package.relationships+xml"/>
  <Override PartName="/ppt/slides/_rels/slide12.xml.rels" ContentType="application/vnd.openxmlformats-package.relationships+xml"/>
  <Override PartName="/ppt/slides/_rels/slide14.xml.rels" ContentType="application/vnd.openxmlformats-package.relationships+xml"/>
  <Override PartName="/ppt/slides/_rels/slide15.xml.rels" ContentType="application/vnd.openxmlformats-package.relationships+xml"/>
  <Override PartName="/ppt/slides/_rels/slide1.xml.rels" ContentType="application/vnd.openxmlformats-package.relationships+xml"/>
  <Override PartName="/ppt/slides/_rels/slide16.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10.xml.rels" ContentType="application/vnd.openxmlformats-package.relationships+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13.xml.rels" ContentType="application/vnd.openxmlformats-package.relationships+xml"/>
  <Override PartName="/ppt/notesSlides/_rels/notesSlide12.xml.rels" ContentType="application/vnd.openxmlformats-package.relationships+xml"/>
  <Override PartName="/ppt/notesSlides/_rels/notesSlide11.xml.rels" ContentType="application/vnd.openxmlformats-package.relationships+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5.xml.rels" ContentType="application/vnd.openxmlformats-package.relationships+xml"/>
  <Override PartName="/ppt/notesSlides/_rels/notesSlide2.xml.rels" ContentType="application/vnd.openxmlformats-package.relationships+xml"/>
  <Override PartName="/ppt/notesSlides/_rels/notesSlide16.xml.rels" ContentType="application/vnd.openxmlformats-package.relationships+xml"/>
  <Override PartName="/ppt/notesSlides/_rels/notesSlide3.xml.rels" ContentType="application/vnd.openxmlformats-package.relationships+xml"/>
  <Override PartName="/ppt/notesSlides/_rels/notesSlide10.xml.rels" ContentType="application/vnd.openxmlformats-package.relationships+xml"/>
  <Override PartName="/ppt/notesSlides/notesSlide13.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6.xml" ContentType="application/vnd.openxmlformats-officedocument.presentationml.notesSlide+xml"/>
  <Override PartName="/ppt/notesSlides/notesSlide1.xml" ContentType="application/vnd.openxmlformats-officedocument.presentationml.notesSlide+xml"/>
  <Override PartName="/ppt/notesSlides/notesSlide15.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 id="2147483652" r:id="rId4"/>
    <p:sldMasterId id="2147483654" r:id="rId5"/>
    <p:sldMasterId id="2147483656" r:id="rId6"/>
    <p:sldMasterId id="2147483658" r:id="rId7"/>
    <p:sldMasterId id="2147483660" r:id="rId8"/>
    <p:sldMasterId id="2147483662" r:id="rId9"/>
    <p:sldMasterId id="2147483664" r:id="rId10"/>
    <p:sldMasterId id="2147483666" r:id="rId11"/>
    <p:sldMasterId id="2147483668" r:id="rId12"/>
  </p:sldMasterIdLst>
  <p:notesMasterIdLst>
    <p:notesMasterId r:id="rId13"/>
  </p:notesMasterIdLst>
  <p:sldIdLst>
    <p:sldId id="256" r:id="rId14"/>
    <p:sldId id="257" r:id="rId15"/>
    <p:sldId id="258" r:id="rId16"/>
    <p:sldId id="259" r:id="rId17"/>
    <p:sldId id="260" r:id="rId18"/>
    <p:sldId id="261" r:id="rId19"/>
    <p:sldId id="262" r:id="rId20"/>
    <p:sldId id="263" r:id="rId21"/>
    <p:sldId id="264" r:id="rId22"/>
    <p:sldId id="265" r:id="rId23"/>
    <p:sldId id="266" r:id="rId24"/>
    <p:sldId id="267" r:id="rId25"/>
    <p:sldId id="268" r:id="rId26"/>
    <p:sldId id="269" r:id="rId27"/>
    <p:sldId id="270" r:id="rId28"/>
    <p:sldId id="271" r:id="rId29"/>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slideMaster" Target="slideMasters/slideMaster8.xml"/><Relationship Id="rId10" Type="http://schemas.openxmlformats.org/officeDocument/2006/relationships/slideMaster" Target="slideMasters/slideMaster9.xml"/><Relationship Id="rId11" Type="http://schemas.openxmlformats.org/officeDocument/2006/relationships/slideMaster" Target="slideMasters/slideMaster10.xml"/><Relationship Id="rId12" Type="http://schemas.openxmlformats.org/officeDocument/2006/relationships/slideMaster" Target="slideMasters/slideMaster11.xml"/><Relationship Id="rId13" Type="http://schemas.openxmlformats.org/officeDocument/2006/relationships/notesMaster" Target="notesMasters/notesMaster1.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slide" Target="slides/slide16.xml"/><Relationship Id="rId3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pPr algn="ctr"/>
            <a:r>
              <a:rPr b="0" lang="en-PH" sz="4400" spc="-1" strike="noStrike">
                <a:solidFill>
                  <a:srgbClr val="000000"/>
                </a:solidFill>
                <a:latin typeface="Arial"/>
              </a:rPr>
              <a:t>Click to move the slide</a:t>
            </a:r>
            <a:endParaRPr b="0" lang="en-PH" sz="4400" spc="-1" strike="noStrike">
              <a:solidFill>
                <a:srgbClr val="000000"/>
              </a:solidFill>
              <a:latin typeface="Arial"/>
            </a:endParaRPr>
          </a:p>
        </p:txBody>
      </p:sp>
      <p:sp>
        <p:nvSpPr>
          <p:cNvPr id="5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PH" sz="2000" spc="-1" strike="noStrike">
                <a:solidFill>
                  <a:srgbClr val="000000"/>
                </a:solidFill>
                <a:latin typeface="Arial"/>
              </a:rPr>
              <a:t>Click to edit the notes format</a:t>
            </a:r>
            <a:endParaRPr b="0" lang="en-PH" sz="2000" spc="-1" strike="noStrike">
              <a:solidFill>
                <a:srgbClr val="000000"/>
              </a:solidFill>
              <a:latin typeface="Arial"/>
            </a:endParaRPr>
          </a:p>
        </p:txBody>
      </p:sp>
      <p:sp>
        <p:nvSpPr>
          <p:cNvPr id="5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PH" sz="1400" spc="-1" strike="noStrike">
                <a:solidFill>
                  <a:srgbClr val="000000"/>
                </a:solidFill>
                <a:latin typeface="Times New Roman"/>
              </a:rPr>
              <a:t>&lt;header&gt;</a:t>
            </a:r>
            <a:endParaRPr b="0" lang="en-PH" sz="1400" spc="-1" strike="noStrike">
              <a:solidFill>
                <a:srgbClr val="000000"/>
              </a:solidFill>
              <a:latin typeface="Times New Roman"/>
            </a:endParaRPr>
          </a:p>
        </p:txBody>
      </p:sp>
      <p:sp>
        <p:nvSpPr>
          <p:cNvPr id="5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PH" sz="1400" spc="-1" strike="noStrike">
                <a:solidFill>
                  <a:srgbClr val="000000"/>
                </a:solidFill>
                <a:latin typeface="Times New Roman"/>
              </a:defRPr>
            </a:lvl1pPr>
          </a:lstStyle>
          <a:p>
            <a:pPr indent="0" algn="r">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5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5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PH" sz="1400" spc="-1" strike="noStrike">
                <a:solidFill>
                  <a:srgbClr val="000000"/>
                </a:solidFill>
                <a:latin typeface="Times New Roman"/>
              </a:defRPr>
            </a:lvl1pPr>
          </a:lstStyle>
          <a:p>
            <a:pPr indent="0" algn="r">
              <a:buNone/>
            </a:pPr>
            <a:fld id="{620B72F2-8423-43F5-A8AF-83C7EB4A7B8B}" type="slidenum">
              <a:rPr b="0" lang="en-PH" sz="1400" spc="-1" strike="noStrike">
                <a:solidFill>
                  <a:srgbClr val="000000"/>
                </a:solidFill>
                <a:latin typeface="Times New Roman"/>
              </a:rPr>
              <a:t>&lt;number&gt;</a:t>
            </a:fld>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PlaceHolder 1"/>
          <p:cNvSpPr>
            <a:spLocks noGrp="1"/>
          </p:cNvSpPr>
          <p:nvPr>
            <p:ph type="sldImg"/>
          </p:nvPr>
        </p:nvSpPr>
        <p:spPr>
          <a:xfrm>
            <a:off x="685800" y="1143000"/>
            <a:ext cx="5485680" cy="3085560"/>
          </a:xfrm>
          <a:prstGeom prst="rect">
            <a:avLst/>
          </a:prstGeom>
          <a:ln w="0">
            <a:noFill/>
          </a:ln>
        </p:spPr>
      </p:sp>
      <p:sp>
        <p:nvSpPr>
          <p:cNvPr id="7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74" name="PlaceHolder 3"/>
          <p:cNvSpPr>
            <a:spLocks noGrp="1"/>
          </p:cNvSpPr>
          <p:nvPr>
            <p:ph type="sldNum" idx="37"/>
          </p:nvPr>
        </p:nvSpPr>
        <p:spPr>
          <a:xfrm>
            <a:off x="3884760" y="8685360"/>
            <a:ext cx="2971080" cy="45792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pc="-1" strike="noStrike">
                <a:solidFill>
                  <a:schemeClr val="dk1"/>
                </a:solidFill>
                <a:latin typeface="+mn-lt"/>
                <a:ea typeface="+mn-ea"/>
              </a:defRPr>
            </a:lvl1pPr>
          </a:lstStyle>
          <a:p>
            <a:pPr indent="0" algn="r" defTabSz="914400">
              <a:lnSpc>
                <a:spcPct val="100000"/>
              </a:lnSpc>
              <a:buNone/>
              <a:tabLst>
                <a:tab algn="l" pos="0"/>
              </a:tabLst>
            </a:pPr>
            <a:fld id="{1F5B83D2-F159-4978-86B0-60805F7605DD}" type="slidenum">
              <a:rPr b="0" lang="en-US" sz="1200" spc="-1" strike="noStrike">
                <a:solidFill>
                  <a:schemeClr val="dk1"/>
                </a:solidFill>
                <a:latin typeface="+mn-lt"/>
                <a:ea typeface="+mn-ea"/>
              </a:rPr>
              <a:t>14</a:t>
            </a:fld>
            <a:endParaRPr b="0" lang="en-PH"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 name="PlaceHolder 1"/>
          <p:cNvSpPr>
            <a:spLocks noGrp="1"/>
          </p:cNvSpPr>
          <p:nvPr>
            <p:ph type="sldImg"/>
          </p:nvPr>
        </p:nvSpPr>
        <p:spPr>
          <a:xfrm>
            <a:off x="685800" y="1143000"/>
            <a:ext cx="5485680" cy="3085560"/>
          </a:xfrm>
          <a:prstGeom prst="rect">
            <a:avLst/>
          </a:prstGeom>
          <a:ln w="0">
            <a:noFill/>
          </a:ln>
        </p:spPr>
      </p:sp>
      <p:sp>
        <p:nvSpPr>
          <p:cNvPr id="7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77" name="PlaceHolder 3"/>
          <p:cNvSpPr>
            <a:spLocks noGrp="1"/>
          </p:cNvSpPr>
          <p:nvPr>
            <p:ph type="sldNum" idx="38"/>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PlaceHolder 1"/>
          <p:cNvSpPr>
            <a:spLocks noGrp="1"/>
          </p:cNvSpPr>
          <p:nvPr>
            <p:ph type="sldImg"/>
          </p:nvPr>
        </p:nvSpPr>
        <p:spPr>
          <a:xfrm>
            <a:off x="685800" y="1143000"/>
            <a:ext cx="5485680" cy="3085560"/>
          </a:xfrm>
          <a:prstGeom prst="rect">
            <a:avLst/>
          </a:prstGeom>
          <a:ln w="0">
            <a:noFill/>
          </a:ln>
        </p:spPr>
      </p:sp>
      <p:sp>
        <p:nvSpPr>
          <p:cNvPr id="7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0" name="PlaceHolder 3"/>
          <p:cNvSpPr>
            <a:spLocks noGrp="1"/>
          </p:cNvSpPr>
          <p:nvPr>
            <p:ph type="sldNum" idx="39"/>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1" name="PlaceHolder 1"/>
          <p:cNvSpPr>
            <a:spLocks noGrp="1"/>
          </p:cNvSpPr>
          <p:nvPr>
            <p:ph type="sldImg"/>
          </p:nvPr>
        </p:nvSpPr>
        <p:spPr>
          <a:xfrm>
            <a:off x="685800" y="1143000"/>
            <a:ext cx="5485680" cy="3085560"/>
          </a:xfrm>
          <a:prstGeom prst="rect">
            <a:avLst/>
          </a:prstGeom>
          <a:ln w="0">
            <a:noFill/>
          </a:ln>
        </p:spPr>
      </p:sp>
      <p:sp>
        <p:nvSpPr>
          <p:cNvPr id="8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3" name="PlaceHolder 3"/>
          <p:cNvSpPr>
            <a:spLocks noGrp="1"/>
          </p:cNvSpPr>
          <p:nvPr>
            <p:ph type="sldNum" idx="40"/>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sldImg"/>
          </p:nvPr>
        </p:nvSpPr>
        <p:spPr>
          <a:xfrm>
            <a:off x="685800" y="1143000"/>
            <a:ext cx="5485680" cy="3085560"/>
          </a:xfrm>
          <a:prstGeom prst="rect">
            <a:avLst/>
          </a:prstGeom>
          <a:ln w="0">
            <a:noFill/>
          </a:ln>
        </p:spPr>
      </p:sp>
      <p:sp>
        <p:nvSpPr>
          <p:cNvPr id="8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6" name="PlaceHolder 3"/>
          <p:cNvSpPr>
            <a:spLocks noGrp="1"/>
          </p:cNvSpPr>
          <p:nvPr>
            <p:ph type="sldNum" idx="41"/>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PlaceHolder 1"/>
          <p:cNvSpPr>
            <a:spLocks noGrp="1"/>
          </p:cNvSpPr>
          <p:nvPr>
            <p:ph type="sldImg"/>
          </p:nvPr>
        </p:nvSpPr>
        <p:spPr>
          <a:xfrm>
            <a:off x="685800" y="1143000"/>
            <a:ext cx="5485680" cy="3085560"/>
          </a:xfrm>
          <a:prstGeom prst="rect">
            <a:avLst/>
          </a:prstGeom>
          <a:ln w="0">
            <a:noFill/>
          </a:ln>
        </p:spPr>
      </p:sp>
      <p:sp>
        <p:nvSpPr>
          <p:cNvPr id="8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89" name="PlaceHolder 3"/>
          <p:cNvSpPr>
            <a:spLocks noGrp="1"/>
          </p:cNvSpPr>
          <p:nvPr>
            <p:ph type="sldNum" idx="42"/>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PlaceHolder 1"/>
          <p:cNvSpPr>
            <a:spLocks noGrp="1"/>
          </p:cNvSpPr>
          <p:nvPr>
            <p:ph type="sldImg"/>
          </p:nvPr>
        </p:nvSpPr>
        <p:spPr>
          <a:xfrm>
            <a:off x="685800" y="1143000"/>
            <a:ext cx="5485680" cy="3085560"/>
          </a:xfrm>
          <a:prstGeom prst="rect">
            <a:avLst/>
          </a:prstGeom>
          <a:ln w="0">
            <a:noFill/>
          </a:ln>
        </p:spPr>
      </p:sp>
      <p:sp>
        <p:nvSpPr>
          <p:cNvPr id="91"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2" name="PlaceHolder 3"/>
          <p:cNvSpPr>
            <a:spLocks noGrp="1"/>
          </p:cNvSpPr>
          <p:nvPr>
            <p:ph type="sldNum" idx="43"/>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3" name="PlaceHolder 1"/>
          <p:cNvSpPr>
            <a:spLocks noGrp="1"/>
          </p:cNvSpPr>
          <p:nvPr>
            <p:ph type="sldImg"/>
          </p:nvPr>
        </p:nvSpPr>
        <p:spPr>
          <a:xfrm>
            <a:off x="685800" y="1143000"/>
            <a:ext cx="5485680" cy="3085560"/>
          </a:xfrm>
          <a:prstGeom prst="rect">
            <a:avLst/>
          </a:prstGeom>
          <a:ln w="0">
            <a:noFill/>
          </a:ln>
        </p:spPr>
      </p:sp>
      <p:sp>
        <p:nvSpPr>
          <p:cNvPr id="94"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5" name="PlaceHolder 3"/>
          <p:cNvSpPr>
            <a:spLocks noGrp="1"/>
          </p:cNvSpPr>
          <p:nvPr>
            <p:ph type="sldNum" idx="44"/>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sldImg"/>
          </p:nvPr>
        </p:nvSpPr>
        <p:spPr>
          <a:xfrm>
            <a:off x="685800" y="1143000"/>
            <a:ext cx="5485680" cy="3085560"/>
          </a:xfrm>
          <a:prstGeom prst="rect">
            <a:avLst/>
          </a:prstGeom>
          <a:ln w="0">
            <a:noFill/>
          </a:ln>
        </p:spPr>
      </p:sp>
      <p:sp>
        <p:nvSpPr>
          <p:cNvPr id="97"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98" name="PlaceHolder 3"/>
          <p:cNvSpPr>
            <a:spLocks noGrp="1"/>
          </p:cNvSpPr>
          <p:nvPr>
            <p:ph type="sldNum" idx="45"/>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PlaceHolder 1"/>
          <p:cNvSpPr>
            <a:spLocks noGrp="1"/>
          </p:cNvSpPr>
          <p:nvPr>
            <p:ph type="sldImg"/>
          </p:nvPr>
        </p:nvSpPr>
        <p:spPr>
          <a:xfrm>
            <a:off x="685800" y="1143000"/>
            <a:ext cx="5485680" cy="3085560"/>
          </a:xfrm>
          <a:prstGeom prst="rect">
            <a:avLst/>
          </a:prstGeom>
          <a:ln w="0">
            <a:noFill/>
          </a:ln>
        </p:spPr>
      </p:sp>
      <p:sp>
        <p:nvSpPr>
          <p:cNvPr id="100"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1" name="PlaceHolder 3"/>
          <p:cNvSpPr>
            <a:spLocks noGrp="1"/>
          </p:cNvSpPr>
          <p:nvPr>
            <p:ph type="sldNum" idx="46"/>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sldImg"/>
          </p:nvPr>
        </p:nvSpPr>
        <p:spPr>
          <a:xfrm>
            <a:off x="685800" y="1143000"/>
            <a:ext cx="5485680" cy="3085560"/>
          </a:xfrm>
          <a:prstGeom prst="rect">
            <a:avLst/>
          </a:prstGeom>
          <a:ln w="0">
            <a:noFill/>
          </a:ln>
        </p:spPr>
      </p:sp>
      <p:sp>
        <p:nvSpPr>
          <p:cNvPr id="103"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4" name="PlaceHolder 3"/>
          <p:cNvSpPr>
            <a:spLocks noGrp="1"/>
          </p:cNvSpPr>
          <p:nvPr>
            <p:ph type="sldNum" idx="47"/>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5" name="PlaceHolder 1"/>
          <p:cNvSpPr>
            <a:spLocks noGrp="1"/>
          </p:cNvSpPr>
          <p:nvPr>
            <p:ph type="sldImg"/>
          </p:nvPr>
        </p:nvSpPr>
        <p:spPr>
          <a:xfrm>
            <a:off x="685800" y="1143000"/>
            <a:ext cx="5485680" cy="3085560"/>
          </a:xfrm>
          <a:prstGeom prst="rect">
            <a:avLst/>
          </a:prstGeom>
          <a:ln w="0">
            <a:noFill/>
          </a:ln>
        </p:spPr>
      </p:sp>
      <p:sp>
        <p:nvSpPr>
          <p:cNvPr id="106"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07" name="PlaceHolder 3"/>
          <p:cNvSpPr>
            <a:spLocks noGrp="1"/>
          </p:cNvSpPr>
          <p:nvPr>
            <p:ph type="sldNum" idx="48"/>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8" name="PlaceHolder 1"/>
          <p:cNvSpPr>
            <a:spLocks noGrp="1"/>
          </p:cNvSpPr>
          <p:nvPr>
            <p:ph type="sldImg"/>
          </p:nvPr>
        </p:nvSpPr>
        <p:spPr>
          <a:xfrm>
            <a:off x="685800" y="1143000"/>
            <a:ext cx="5485680" cy="3085560"/>
          </a:xfrm>
          <a:prstGeom prst="rect">
            <a:avLst/>
          </a:prstGeom>
          <a:ln w="0">
            <a:noFill/>
          </a:ln>
        </p:spPr>
      </p:sp>
      <p:sp>
        <p:nvSpPr>
          <p:cNvPr id="109"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0" name="PlaceHolder 3"/>
          <p:cNvSpPr>
            <a:spLocks noGrp="1"/>
          </p:cNvSpPr>
          <p:nvPr>
            <p:ph type="sldNum" idx="49"/>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 name="PlaceHolder 1"/>
          <p:cNvSpPr>
            <a:spLocks noGrp="1"/>
          </p:cNvSpPr>
          <p:nvPr>
            <p:ph type="sldImg"/>
          </p:nvPr>
        </p:nvSpPr>
        <p:spPr>
          <a:xfrm>
            <a:off x="685800" y="1143000"/>
            <a:ext cx="5485680" cy="3085560"/>
          </a:xfrm>
          <a:prstGeom prst="rect">
            <a:avLst/>
          </a:prstGeom>
          <a:ln w="0">
            <a:noFill/>
          </a:ln>
        </p:spPr>
      </p:sp>
      <p:sp>
        <p:nvSpPr>
          <p:cNvPr id="112"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3" name="PlaceHolder 3"/>
          <p:cNvSpPr>
            <a:spLocks noGrp="1"/>
          </p:cNvSpPr>
          <p:nvPr>
            <p:ph type="sldNum" idx="50"/>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PlaceHolder 1"/>
          <p:cNvSpPr>
            <a:spLocks noGrp="1"/>
          </p:cNvSpPr>
          <p:nvPr>
            <p:ph type="sldImg"/>
          </p:nvPr>
        </p:nvSpPr>
        <p:spPr>
          <a:xfrm>
            <a:off x="685800" y="1143000"/>
            <a:ext cx="5485680" cy="3085560"/>
          </a:xfrm>
          <a:prstGeom prst="rect">
            <a:avLst/>
          </a:prstGeom>
          <a:ln w="0">
            <a:noFill/>
          </a:ln>
        </p:spPr>
      </p:sp>
      <p:sp>
        <p:nvSpPr>
          <p:cNvPr id="115"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6" name="PlaceHolder 3"/>
          <p:cNvSpPr>
            <a:spLocks noGrp="1"/>
          </p:cNvSpPr>
          <p:nvPr>
            <p:ph type="sldNum" idx="51"/>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PlaceHolder 1"/>
          <p:cNvSpPr>
            <a:spLocks noGrp="1"/>
          </p:cNvSpPr>
          <p:nvPr>
            <p:ph type="sldImg"/>
          </p:nvPr>
        </p:nvSpPr>
        <p:spPr>
          <a:xfrm>
            <a:off x="685800" y="1143000"/>
            <a:ext cx="5485680" cy="3085560"/>
          </a:xfrm>
          <a:prstGeom prst="rect">
            <a:avLst/>
          </a:prstGeom>
          <a:ln w="0">
            <a:noFill/>
          </a:ln>
        </p:spPr>
      </p:sp>
      <p:sp>
        <p:nvSpPr>
          <p:cNvPr id="118" name="PlaceHolder 2"/>
          <p:cNvSpPr>
            <a:spLocks noGrp="1"/>
          </p:cNvSpPr>
          <p:nvPr>
            <p:ph type="body"/>
          </p:nvPr>
        </p:nvSpPr>
        <p:spPr>
          <a:xfrm>
            <a:off x="685800" y="4400640"/>
            <a:ext cx="5485680" cy="3599640"/>
          </a:xfrm>
          <a:prstGeom prst="rect">
            <a:avLst/>
          </a:prstGeom>
          <a:noFill/>
          <a:ln w="0">
            <a:noFill/>
          </a:ln>
        </p:spPr>
        <p:txBody>
          <a:bodyPr lIns="91440" rIns="91440" tIns="45720" bIns="45720" anchor="t">
            <a:noAutofit/>
          </a:bodyPr>
          <a:p>
            <a:pPr marL="216000" indent="-216000">
              <a:buNone/>
            </a:pPr>
            <a:endParaRPr b="0" lang="en-PH" sz="1800" spc="-1" strike="noStrike">
              <a:solidFill>
                <a:srgbClr val="000000"/>
              </a:solidFill>
              <a:latin typeface="Arial"/>
            </a:endParaRPr>
          </a:p>
        </p:txBody>
      </p:sp>
      <p:sp>
        <p:nvSpPr>
          <p:cNvPr id="119" name="PlaceHolder 3"/>
          <p:cNvSpPr>
            <a:spLocks noGrp="1"/>
          </p:cNvSpPr>
          <p:nvPr>
            <p:ph type="sldNum" idx="52"/>
          </p:nvPr>
        </p:nvSpPr>
        <p:spPr>
          <a:xfrm>
            <a:off x="3884760" y="8685360"/>
            <a:ext cx="2971080" cy="457920"/>
          </a:xfrm>
          <a:prstGeom prst="rect">
            <a:avLst/>
          </a:prstGeom>
          <a:noFill/>
          <a:ln w="0">
            <a:noFill/>
          </a:ln>
        </p:spPr>
        <p:txBody>
          <a:bodyPr lIns="91440" rIns="91440" tIns="45720" bIns="45720" anchor="b">
            <a:noAutofit/>
          </a:bodyPr>
          <a:p>
            <a:pPr indent="0">
              <a:buNone/>
            </a:pPr>
            <a:endParaRPr b="0" lang="en-PH" sz="14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8.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9.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0.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6" name="PlaceHolder 2"/>
          <p:cNvSpPr>
            <a:spLocks noGrp="1"/>
          </p:cNvSpPr>
          <p:nvPr>
            <p:ph type="subTitle"/>
          </p:nvPr>
        </p:nvSpPr>
        <p:spPr>
          <a:xfrm>
            <a:off x="838080" y="1825560"/>
            <a:ext cx="10514880" cy="4350600"/>
          </a:xfrm>
          <a:prstGeom prst="rect">
            <a:avLst/>
          </a:prstGeom>
          <a:noFill/>
          <a:ln w="0">
            <a:noFill/>
          </a:ln>
        </p:spPr>
        <p:txBody>
          <a:bodyPr lIns="0" rIns="0" tIns="0" bIns="0" anchor="ctr">
            <a:noAutofit/>
          </a:bodyPr>
          <a:p>
            <a:pPr indent="0" algn="ctr">
              <a:buNone/>
            </a:pPr>
            <a:endParaRPr b="0" lang="en-PH" sz="32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0553BA84-6AF0-48FE-9435-77C91DD7048D}" type="slidenum">
              <a:t>&lt;#&gt;</a:t>
            </a:fld>
          </a:p>
        </p:txBody>
      </p:sp>
      <p:sp>
        <p:nvSpPr>
          <p:cNvPr id="6" name="PlaceHolder 5"/>
          <p:cNvSpPr>
            <a:spLocks noGrp="1"/>
          </p:cNvSpPr>
          <p:nvPr>
            <p:ph type="dt" idx="3"/>
          </p:nvPr>
        </p:nvSpPr>
        <p:spPr/>
        <p:txBody>
          <a:bodyPr/>
          <a:p>
            <a:r>
              <a:rPr lang="en-PH"/>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03151CF1-D4BF-4248-AEFB-054FF98C08DD}" type="slidenum">
              <a:t>&lt;#&gt;</a:t>
            </a:fld>
          </a:p>
        </p:txBody>
      </p:sp>
      <p:sp>
        <p:nvSpPr>
          <p:cNvPr id="4" name="PlaceHolder 3"/>
          <p:cNvSpPr>
            <a:spLocks noGrp="1"/>
          </p:cNvSpPr>
          <p:nvPr>
            <p:ph type="dt" idx="6"/>
          </p:nvPr>
        </p:nvSpPr>
        <p:spPr/>
        <p:txBody>
          <a:bodyPr/>
          <a:p>
            <a:r>
              <a:rPr lang="en-PH"/>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5279D4E0-4821-437F-A0FF-A3F390B0E4B0}" type="slidenum">
              <a:t>&lt;#&gt;</a:t>
            </a:fld>
          </a:p>
        </p:txBody>
      </p:sp>
      <p:sp>
        <p:nvSpPr>
          <p:cNvPr id="4" name="PlaceHolder 3"/>
          <p:cNvSpPr>
            <a:spLocks noGrp="1"/>
          </p:cNvSpPr>
          <p:nvPr>
            <p:ph type="dt" idx="9"/>
          </p:nvPr>
        </p:nvSpPr>
        <p:spPr/>
        <p:txBody>
          <a:bodyPr/>
          <a:p>
            <a:r>
              <a:rPr lang="en-PH"/>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19" name="PlaceHolder 2"/>
          <p:cNvSpPr>
            <a:spLocks noGrp="1"/>
          </p:cNvSpPr>
          <p:nvPr>
            <p:ph/>
          </p:nvPr>
        </p:nvSpPr>
        <p:spPr>
          <a:xfrm>
            <a:off x="838080" y="1825560"/>
            <a:ext cx="105148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4" name="PlaceHolder 3"/>
          <p:cNvSpPr>
            <a:spLocks noGrp="1"/>
          </p:cNvSpPr>
          <p:nvPr>
            <p:ph type="ftr" idx="10"/>
          </p:nvPr>
        </p:nvSpPr>
        <p:spPr/>
        <p:txBody>
          <a:bodyPr/>
          <a:p>
            <a:r>
              <a:t>Footer</a:t>
            </a:r>
          </a:p>
        </p:txBody>
      </p:sp>
      <p:sp>
        <p:nvSpPr>
          <p:cNvPr id="5" name="PlaceHolder 4"/>
          <p:cNvSpPr>
            <a:spLocks noGrp="1"/>
          </p:cNvSpPr>
          <p:nvPr>
            <p:ph type="sldNum" idx="11"/>
          </p:nvPr>
        </p:nvSpPr>
        <p:spPr/>
        <p:txBody>
          <a:bodyPr/>
          <a:p>
            <a:fld id="{F5E15526-5186-47EE-BB07-3DB712B0558B}" type="slidenum">
              <a:t>&lt;#&gt;</a:t>
            </a:fld>
          </a:p>
        </p:txBody>
      </p:sp>
      <p:sp>
        <p:nvSpPr>
          <p:cNvPr id="6" name="PlaceHolder 5"/>
          <p:cNvSpPr>
            <a:spLocks noGrp="1"/>
          </p:cNvSpPr>
          <p:nvPr>
            <p:ph type="dt" idx="12"/>
          </p:nvPr>
        </p:nvSpPr>
        <p:spPr/>
        <p:txBody>
          <a:bodyPr/>
          <a:p>
            <a:r>
              <a:rPr lang="en-PH"/>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3"/>
          </p:nvPr>
        </p:nvSpPr>
        <p:spPr/>
        <p:txBody>
          <a:bodyPr/>
          <a:p>
            <a:r>
              <a:t>Footer</a:t>
            </a:r>
          </a:p>
        </p:txBody>
      </p:sp>
      <p:sp>
        <p:nvSpPr>
          <p:cNvPr id="3" name="PlaceHolder 2"/>
          <p:cNvSpPr>
            <a:spLocks noGrp="1"/>
          </p:cNvSpPr>
          <p:nvPr>
            <p:ph type="sldNum" idx="14"/>
          </p:nvPr>
        </p:nvSpPr>
        <p:spPr/>
        <p:txBody>
          <a:bodyPr/>
          <a:p>
            <a:fld id="{9250AD8A-CB1C-4C33-AD94-63BEF13999AD}" type="slidenum">
              <a:t>&lt;#&gt;</a:t>
            </a:fld>
          </a:p>
        </p:txBody>
      </p:sp>
      <p:sp>
        <p:nvSpPr>
          <p:cNvPr id="4" name="PlaceHolder 3"/>
          <p:cNvSpPr>
            <a:spLocks noGrp="1"/>
          </p:cNvSpPr>
          <p:nvPr>
            <p:ph type="dt" idx="15"/>
          </p:nvPr>
        </p:nvSpPr>
        <p:spPr/>
        <p:txBody>
          <a:bodyPr/>
          <a:p>
            <a:r>
              <a:rPr lang="en-PH"/>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30" name="PlaceHolder 2"/>
          <p:cNvSpPr>
            <a:spLocks noGrp="1"/>
          </p:cNvSpPr>
          <p:nvPr>
            <p:ph/>
          </p:nvPr>
        </p:nvSpPr>
        <p:spPr>
          <a:xfrm>
            <a:off x="838080" y="1825560"/>
            <a:ext cx="51310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31" name="PlaceHolder 3"/>
          <p:cNvSpPr>
            <a:spLocks noGrp="1"/>
          </p:cNvSpPr>
          <p:nvPr>
            <p:ph/>
          </p:nvPr>
        </p:nvSpPr>
        <p:spPr>
          <a:xfrm>
            <a:off x="6226200" y="1825560"/>
            <a:ext cx="5131080" cy="4350600"/>
          </a:xfrm>
          <a:prstGeom prst="rect">
            <a:avLst/>
          </a:prstGeom>
          <a:noFill/>
          <a:ln w="0">
            <a:noFill/>
          </a:ln>
        </p:spPr>
        <p:txBody>
          <a:bodyPr lIns="0" rIns="0" tIns="0" bIns="0" anchor="t">
            <a:normAutofit/>
          </a:bodyPr>
          <a:p>
            <a:pPr indent="0">
              <a:spcBef>
                <a:spcPts val="1417"/>
              </a:spcBef>
              <a:buNone/>
            </a:pPr>
            <a:endParaRPr b="0" lang="en-PH" sz="3200" spc="-1" strike="noStrike">
              <a:solidFill>
                <a:srgbClr val="000000"/>
              </a:solidFill>
              <a:latin typeface="Arial"/>
            </a:endParaRPr>
          </a:p>
        </p:txBody>
      </p:sp>
      <p:sp>
        <p:nvSpPr>
          <p:cNvPr id="5" name="PlaceHolder 4"/>
          <p:cNvSpPr>
            <a:spLocks noGrp="1"/>
          </p:cNvSpPr>
          <p:nvPr>
            <p:ph type="ftr" idx="16"/>
          </p:nvPr>
        </p:nvSpPr>
        <p:spPr/>
        <p:txBody>
          <a:bodyPr/>
          <a:p>
            <a:r>
              <a:t>Footer</a:t>
            </a:r>
          </a:p>
        </p:txBody>
      </p:sp>
      <p:sp>
        <p:nvSpPr>
          <p:cNvPr id="6" name="PlaceHolder 5"/>
          <p:cNvSpPr>
            <a:spLocks noGrp="1"/>
          </p:cNvSpPr>
          <p:nvPr>
            <p:ph type="sldNum" idx="17"/>
          </p:nvPr>
        </p:nvSpPr>
        <p:spPr/>
        <p:txBody>
          <a:bodyPr/>
          <a:p>
            <a:fld id="{D0B1BA53-B309-4036-8878-A680C816364C}" type="slidenum">
              <a:t>&lt;#&gt;</a:t>
            </a:fld>
          </a:p>
        </p:txBody>
      </p:sp>
      <p:sp>
        <p:nvSpPr>
          <p:cNvPr id="7" name="PlaceHolder 6"/>
          <p:cNvSpPr>
            <a:spLocks noGrp="1"/>
          </p:cNvSpPr>
          <p:nvPr>
            <p:ph type="dt" idx="18"/>
          </p:nvPr>
        </p:nvSpPr>
        <p:spPr/>
        <p:txBody>
          <a:bodyPr/>
          <a:p>
            <a:r>
              <a:rPr lang="en-PH"/>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19"/>
          </p:nvPr>
        </p:nvSpPr>
        <p:spPr/>
        <p:txBody>
          <a:bodyPr/>
          <a:p>
            <a:r>
              <a:t>Footer</a:t>
            </a:r>
          </a:p>
        </p:txBody>
      </p:sp>
      <p:sp>
        <p:nvSpPr>
          <p:cNvPr id="3" name="PlaceHolder 2"/>
          <p:cNvSpPr>
            <a:spLocks noGrp="1"/>
          </p:cNvSpPr>
          <p:nvPr>
            <p:ph type="sldNum" idx="20"/>
          </p:nvPr>
        </p:nvSpPr>
        <p:spPr/>
        <p:txBody>
          <a:bodyPr/>
          <a:p>
            <a:fld id="{98638C0E-3692-47BB-9858-4F41E1C34BA3}" type="slidenum">
              <a:t>&lt;#&gt;</a:t>
            </a:fld>
          </a:p>
        </p:txBody>
      </p:sp>
      <p:sp>
        <p:nvSpPr>
          <p:cNvPr id="4" name="PlaceHolder 3"/>
          <p:cNvSpPr>
            <a:spLocks noGrp="1"/>
          </p:cNvSpPr>
          <p:nvPr>
            <p:ph type="dt" idx="21"/>
          </p:nvPr>
        </p:nvSpPr>
        <p:spPr/>
        <p:txBody>
          <a:bodyPr/>
          <a:p>
            <a:r>
              <a:rPr lang="en-PH"/>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lgn="ctr">
              <a:buNone/>
            </a:pPr>
            <a:endParaRPr b="0" lang="en-PH" sz="4400" spc="-1" strike="noStrike">
              <a:solidFill>
                <a:srgbClr val="000000"/>
              </a:solidFill>
              <a:latin typeface="Arial"/>
            </a:endParaRPr>
          </a:p>
        </p:txBody>
      </p:sp>
      <p:sp>
        <p:nvSpPr>
          <p:cNvPr id="3" name="PlaceHolder 2"/>
          <p:cNvSpPr>
            <a:spLocks noGrp="1"/>
          </p:cNvSpPr>
          <p:nvPr>
            <p:ph type="ftr" idx="22"/>
          </p:nvPr>
        </p:nvSpPr>
        <p:spPr/>
        <p:txBody>
          <a:bodyPr/>
          <a:p>
            <a:r>
              <a:t>Footer</a:t>
            </a:r>
          </a:p>
        </p:txBody>
      </p:sp>
      <p:sp>
        <p:nvSpPr>
          <p:cNvPr id="4" name="PlaceHolder 3"/>
          <p:cNvSpPr>
            <a:spLocks noGrp="1"/>
          </p:cNvSpPr>
          <p:nvPr>
            <p:ph type="sldNum" idx="23"/>
          </p:nvPr>
        </p:nvSpPr>
        <p:spPr/>
        <p:txBody>
          <a:bodyPr/>
          <a:p>
            <a:fld id="{02911D19-FAD7-4456-B7C8-17A42D2FBF98}" type="slidenum">
              <a:t>&lt;#&gt;</a:t>
            </a:fld>
          </a:p>
        </p:txBody>
      </p:sp>
      <p:sp>
        <p:nvSpPr>
          <p:cNvPr id="5" name="PlaceHolder 4"/>
          <p:cNvSpPr>
            <a:spLocks noGrp="1"/>
          </p:cNvSpPr>
          <p:nvPr>
            <p:ph type="dt" idx="24"/>
          </p:nvPr>
        </p:nvSpPr>
        <p:spPr/>
        <p:txBody>
          <a:bodyPr/>
          <a:p>
            <a:r>
              <a:rPr lang="en-PH"/>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5"/>
          </p:nvPr>
        </p:nvSpPr>
        <p:spPr/>
        <p:txBody>
          <a:bodyPr/>
          <a:p>
            <a:r>
              <a:t>Footer</a:t>
            </a:r>
          </a:p>
        </p:txBody>
      </p:sp>
      <p:sp>
        <p:nvSpPr>
          <p:cNvPr id="3" name="PlaceHolder 2"/>
          <p:cNvSpPr>
            <a:spLocks noGrp="1"/>
          </p:cNvSpPr>
          <p:nvPr>
            <p:ph type="sldNum" idx="26"/>
          </p:nvPr>
        </p:nvSpPr>
        <p:spPr/>
        <p:txBody>
          <a:bodyPr/>
          <a:p>
            <a:fld id="{D68FDCFE-AF69-4C5F-8874-A2A8C76F6C70}" type="slidenum">
              <a:t>&lt;#&gt;</a:t>
            </a:fld>
          </a:p>
        </p:txBody>
      </p:sp>
      <p:sp>
        <p:nvSpPr>
          <p:cNvPr id="4" name="PlaceHolder 3"/>
          <p:cNvSpPr>
            <a:spLocks noGrp="1"/>
          </p:cNvSpPr>
          <p:nvPr>
            <p:ph type="dt" idx="27"/>
          </p:nvPr>
        </p:nvSpPr>
        <p:spPr/>
        <p:txBody>
          <a:bodyPr/>
          <a:p>
            <a:r>
              <a:rPr lang="en-PH"/>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8"/>
          </p:nvPr>
        </p:nvSpPr>
        <p:spPr/>
        <p:txBody>
          <a:bodyPr/>
          <a:p>
            <a:r>
              <a:t>Footer</a:t>
            </a:r>
          </a:p>
        </p:txBody>
      </p:sp>
      <p:sp>
        <p:nvSpPr>
          <p:cNvPr id="3" name="PlaceHolder 2"/>
          <p:cNvSpPr>
            <a:spLocks noGrp="1"/>
          </p:cNvSpPr>
          <p:nvPr>
            <p:ph type="sldNum" idx="29"/>
          </p:nvPr>
        </p:nvSpPr>
        <p:spPr/>
        <p:txBody>
          <a:bodyPr/>
          <a:p>
            <a:fld id="{04BE2187-00E4-4DF3-8A65-898E005071BF}" type="slidenum">
              <a:t>&lt;#&gt;</a:t>
            </a:fld>
          </a:p>
        </p:txBody>
      </p:sp>
      <p:sp>
        <p:nvSpPr>
          <p:cNvPr id="4" name="PlaceHolder 3"/>
          <p:cNvSpPr>
            <a:spLocks noGrp="1"/>
          </p:cNvSpPr>
          <p:nvPr>
            <p:ph type="dt" idx="30"/>
          </p:nvPr>
        </p:nvSpPr>
        <p:spPr/>
        <p:txBody>
          <a:bodyPr/>
          <a:p>
            <a:r>
              <a:rPr lang="en-PH"/>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1"/>
          </p:nvPr>
        </p:nvSpPr>
        <p:spPr/>
        <p:txBody>
          <a:bodyPr/>
          <a:p>
            <a:r>
              <a:t>Footer</a:t>
            </a:r>
          </a:p>
        </p:txBody>
      </p:sp>
      <p:sp>
        <p:nvSpPr>
          <p:cNvPr id="3" name="PlaceHolder 2"/>
          <p:cNvSpPr>
            <a:spLocks noGrp="1"/>
          </p:cNvSpPr>
          <p:nvPr>
            <p:ph type="sldNum" idx="32"/>
          </p:nvPr>
        </p:nvSpPr>
        <p:spPr/>
        <p:txBody>
          <a:bodyPr/>
          <a:p>
            <a:fld id="{839307AF-4BE0-4C90-A023-4ED99D03466A}" type="slidenum">
              <a:t>&lt;#&gt;</a:t>
            </a:fld>
          </a:p>
        </p:txBody>
      </p:sp>
      <p:sp>
        <p:nvSpPr>
          <p:cNvPr id="4" name="PlaceHolder 3"/>
          <p:cNvSpPr>
            <a:spLocks noGrp="1"/>
          </p:cNvSpPr>
          <p:nvPr>
            <p:ph type="dt" idx="33"/>
          </p:nvPr>
        </p:nvSpPr>
        <p:spPr/>
        <p:txBody>
          <a:bodyPr/>
          <a:p>
            <a:r>
              <a:rPr lang="en-PH"/>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slideLayout" Target="../slideLayouts/slideLayout5.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slideLayout" Target="../slideLayouts/slideLayout6.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xml"/>
</Relationships>
</file>

<file path=ppt/slideMasters/_rels/slideMaster8.xml.rels><?xml version="1.0" encoding="UTF-8"?>
<Relationships xmlns="http://schemas.openxmlformats.org/package/2006/relationships"><Relationship Id="rId1" Type="http://schemas.openxmlformats.org/officeDocument/2006/relationships/theme" Target="../theme/theme8.xml"/><Relationship Id="rId2" Type="http://schemas.openxmlformats.org/officeDocument/2006/relationships/slideLayout" Target="../slideLayouts/slideLayout8.xml"/>
</Relationships>
</file>

<file path=ppt/slideMasters/_rels/slideMaster9.xml.rels><?xml version="1.0" encoding="UTF-8"?>
<Relationships xmlns="http://schemas.openxmlformats.org/package/2006/relationships"><Relationship Id="rId1" Type="http://schemas.openxmlformats.org/officeDocument/2006/relationships/theme" Target="../theme/theme9.xml"/><Relationship Id="rId2" Type="http://schemas.openxmlformats.org/officeDocument/2006/relationships/slideLayout" Target="../slideLayouts/slideLayout9.xml"/>
</Relationships>
</file>

<file path=ppt/slideMasters/_rels/slideMaster10.xml.rels><?xml version="1.0" encoding="UTF-8"?>
<Relationships xmlns="http://schemas.openxmlformats.org/package/2006/relationships"><Relationship Id="rId1" Type="http://schemas.openxmlformats.org/officeDocument/2006/relationships/theme" Target="../theme/theme10.xml"/><Relationship Id="rId2" Type="http://schemas.openxmlformats.org/officeDocument/2006/relationships/slideLayout" Target="../slideLayouts/slideLayout10.xml"/>
</Relationships>
</file>

<file path=ppt/slideMasters/_rels/slideMaster11.xml.rels><?xml version="1.0" encoding="UTF-8"?>
<Relationships xmlns="http://schemas.openxmlformats.org/package/2006/relationships"><Relationship Id="rId1" Type="http://schemas.openxmlformats.org/officeDocument/2006/relationships/theme" Target="../theme/theme11.xml"/><Relationship Id="rId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 name="PlaceHolder 2"/>
          <p:cNvSpPr>
            <a:spLocks noGrp="1"/>
          </p:cNvSpPr>
          <p:nvPr>
            <p:ph type="ftr" idx="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 name="PlaceHolder 3"/>
          <p:cNvSpPr>
            <a:spLocks noGrp="1"/>
          </p:cNvSpPr>
          <p:nvPr>
            <p:ph type="sldNum" idx="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92D96FB-A899-4E50-8B9E-4480126DC698}"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 name="PlaceHolder 4"/>
          <p:cNvSpPr>
            <a:spLocks noGrp="1"/>
          </p:cNvSpPr>
          <p:nvPr>
            <p:ph type="dt" idx="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3200" spc="-1" strike="noStrike">
                <a:solidFill>
                  <a:srgbClr val="000000"/>
                </a:solidFill>
                <a:latin typeface="Arial"/>
              </a:rPr>
              <a:t>Click to edit the outline text format</a:t>
            </a:r>
            <a:endParaRPr b="0" lang="en-PH"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2800" spc="-1" strike="noStrike">
                <a:solidFill>
                  <a:srgbClr val="000000"/>
                </a:solidFill>
                <a:latin typeface="Arial"/>
              </a:rPr>
              <a:t>Second Outline Level</a:t>
            </a:r>
            <a:endParaRPr b="0" lang="en-PH" sz="2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2400" spc="-1" strike="noStrike">
                <a:solidFill>
                  <a:srgbClr val="000000"/>
                </a:solidFill>
                <a:latin typeface="Arial"/>
              </a:rPr>
              <a:t>Third Outline Level</a:t>
            </a:r>
            <a:endParaRPr b="0" lang="en-PH" sz="2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2000" spc="-1" strike="noStrike">
                <a:solidFill>
                  <a:srgbClr val="000000"/>
                </a:solidFill>
                <a:latin typeface="Arial"/>
              </a:rPr>
              <a:t>Fourth Outline Level</a:t>
            </a:r>
            <a:endParaRPr b="0" lang="en-PH"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2000" spc="-1" strike="noStrike">
                <a:solidFill>
                  <a:srgbClr val="000000"/>
                </a:solidFill>
                <a:latin typeface="Arial"/>
              </a:rPr>
              <a:t>Fifth Outline Level</a:t>
            </a:r>
            <a:endParaRPr b="0" lang="en-PH"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2000" spc="-1" strike="noStrike">
                <a:solidFill>
                  <a:srgbClr val="000000"/>
                </a:solidFill>
                <a:latin typeface="Arial"/>
              </a:rPr>
              <a:t>Sixth Outline Level</a:t>
            </a:r>
            <a:endParaRPr b="0" lang="en-PH"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2000" spc="-1" strike="noStrike">
                <a:solidFill>
                  <a:srgbClr val="000000"/>
                </a:solidFill>
                <a:latin typeface="Arial"/>
              </a:rPr>
              <a:t>Seventh Outline Level</a:t>
            </a:r>
            <a:endParaRPr b="0" lang="en-PH"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ftr" idx="4"/>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8" name="PlaceHolder 2"/>
          <p:cNvSpPr>
            <a:spLocks noGrp="1"/>
          </p:cNvSpPr>
          <p:nvPr>
            <p:ph type="sldNum" idx="5"/>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B94CA30D-1CD4-4463-BE3B-1599B124D38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9" name="PlaceHolder 3"/>
          <p:cNvSpPr>
            <a:spLocks noGrp="1"/>
          </p:cNvSpPr>
          <p:nvPr>
            <p:ph type="dt" idx="6"/>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1" r:id="rId2"/>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ftr" idx="7"/>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1" name="PlaceHolder 2"/>
          <p:cNvSpPr>
            <a:spLocks noGrp="1"/>
          </p:cNvSpPr>
          <p:nvPr>
            <p:ph type="sldNum" idx="8"/>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AF18C483-CFF3-4FA7-AAB9-758011BC95CF}"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12" name="PlaceHolder 3"/>
          <p:cNvSpPr>
            <a:spLocks noGrp="1"/>
          </p:cNvSpPr>
          <p:nvPr>
            <p:ph type="dt" idx="9"/>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3"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14" name="PlaceHolder 2"/>
          <p:cNvSpPr>
            <a:spLocks noGrp="1"/>
          </p:cNvSpPr>
          <p:nvPr>
            <p:ph type="body"/>
          </p:nvPr>
        </p:nvSpPr>
        <p:spPr>
          <a:xfrm>
            <a:off x="838080" y="1825560"/>
            <a:ext cx="1051488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15" name="PlaceHolder 3"/>
          <p:cNvSpPr>
            <a:spLocks noGrp="1"/>
          </p:cNvSpPr>
          <p:nvPr>
            <p:ph type="ftr" idx="10"/>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16" name="PlaceHolder 4"/>
          <p:cNvSpPr>
            <a:spLocks noGrp="1"/>
          </p:cNvSpPr>
          <p:nvPr>
            <p:ph type="sldNum" idx="11"/>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E687F2C4-A66E-4C74-9F8F-ED43374D8838}"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17" name="PlaceHolder 5"/>
          <p:cNvSpPr>
            <a:spLocks noGrp="1"/>
          </p:cNvSpPr>
          <p:nvPr>
            <p:ph type="dt" idx="12"/>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5" r:id="rId2"/>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0" name="PlaceHolder 1"/>
          <p:cNvSpPr>
            <a:spLocks noGrp="1"/>
          </p:cNvSpPr>
          <p:nvPr>
            <p:ph type="ftr" idx="13"/>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1" name="PlaceHolder 2"/>
          <p:cNvSpPr>
            <a:spLocks noGrp="1"/>
          </p:cNvSpPr>
          <p:nvPr>
            <p:ph type="sldNum" idx="14"/>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0C3F7E23-7425-48C1-A34F-9307B2B659F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22" name="PlaceHolder 3"/>
          <p:cNvSpPr>
            <a:spLocks noGrp="1"/>
          </p:cNvSpPr>
          <p:nvPr>
            <p:ph type="dt" idx="15"/>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7" r:id="rId2"/>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24" name="PlaceHolder 2"/>
          <p:cNvSpPr>
            <a:spLocks noGrp="1"/>
          </p:cNvSpPr>
          <p:nvPr>
            <p:ph type="body"/>
          </p:nvPr>
        </p:nvSpPr>
        <p:spPr>
          <a:xfrm>
            <a:off x="83808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5" name="PlaceHolder 3"/>
          <p:cNvSpPr>
            <a:spLocks noGrp="1"/>
          </p:cNvSpPr>
          <p:nvPr>
            <p:ph type="body"/>
          </p:nvPr>
        </p:nvSpPr>
        <p:spPr>
          <a:xfrm>
            <a:off x="6226200" y="1825560"/>
            <a:ext cx="5130720" cy="43506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PH" sz="1800" spc="-1" strike="noStrike">
                <a:solidFill>
                  <a:srgbClr val="000000"/>
                </a:solidFill>
                <a:latin typeface="Arial"/>
              </a:rPr>
              <a:t>Click to edit the outline text format</a:t>
            </a:r>
            <a:endParaRPr b="0" lang="en-PH"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PH" sz="1800" spc="-1" strike="noStrike">
                <a:solidFill>
                  <a:srgbClr val="000000"/>
                </a:solidFill>
                <a:latin typeface="Arial"/>
              </a:rPr>
              <a:t>Second Outline Level</a:t>
            </a:r>
            <a:endParaRPr b="0" lang="en-PH"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PH" sz="1800" spc="-1" strike="noStrike">
                <a:solidFill>
                  <a:srgbClr val="000000"/>
                </a:solidFill>
                <a:latin typeface="Arial"/>
              </a:rPr>
              <a:t>Third Outline Level</a:t>
            </a:r>
            <a:endParaRPr b="0" lang="en-PH"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PH" sz="1800" spc="-1" strike="noStrike">
                <a:solidFill>
                  <a:srgbClr val="000000"/>
                </a:solidFill>
                <a:latin typeface="Arial"/>
              </a:rPr>
              <a:t>Fourth Outline Level</a:t>
            </a:r>
            <a:endParaRPr b="0" lang="en-PH"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PH" sz="1800" spc="-1" strike="noStrike">
                <a:solidFill>
                  <a:srgbClr val="000000"/>
                </a:solidFill>
                <a:latin typeface="Arial"/>
              </a:rPr>
              <a:t>Fifth Outline Level</a:t>
            </a:r>
            <a:endParaRPr b="0" lang="en-PH"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PH" sz="1800" spc="-1" strike="noStrike">
                <a:solidFill>
                  <a:srgbClr val="000000"/>
                </a:solidFill>
                <a:latin typeface="Arial"/>
              </a:rPr>
              <a:t>Sixth Outline Level</a:t>
            </a:r>
            <a:endParaRPr b="0" lang="en-PH"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PH" sz="1800" spc="-1" strike="noStrike">
                <a:solidFill>
                  <a:srgbClr val="000000"/>
                </a:solidFill>
                <a:latin typeface="Arial"/>
              </a:rPr>
              <a:t>Seventh Outline Level</a:t>
            </a:r>
            <a:endParaRPr b="0" lang="en-PH" sz="1800" spc="-1" strike="noStrike">
              <a:solidFill>
                <a:srgbClr val="000000"/>
              </a:solidFill>
              <a:latin typeface="Arial"/>
            </a:endParaRPr>
          </a:p>
        </p:txBody>
      </p:sp>
      <p:sp>
        <p:nvSpPr>
          <p:cNvPr id="26" name="PlaceHolder 4"/>
          <p:cNvSpPr>
            <a:spLocks noGrp="1"/>
          </p:cNvSpPr>
          <p:nvPr>
            <p:ph type="ftr" idx="16"/>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27" name="PlaceHolder 5"/>
          <p:cNvSpPr>
            <a:spLocks noGrp="1"/>
          </p:cNvSpPr>
          <p:nvPr>
            <p:ph type="sldNum" idx="17"/>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C4CA02E-8A35-4BE5-A661-9460C6E979E6}"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28" name="PlaceHolder 6"/>
          <p:cNvSpPr>
            <a:spLocks noGrp="1"/>
          </p:cNvSpPr>
          <p:nvPr>
            <p:ph type="dt" idx="18"/>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59" r:id="rId2"/>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ftr" idx="19"/>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3" name="PlaceHolder 2"/>
          <p:cNvSpPr>
            <a:spLocks noGrp="1"/>
          </p:cNvSpPr>
          <p:nvPr>
            <p:ph type="sldNum" idx="20"/>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525E4D05-6DD8-4A8B-B1DB-A5DD02059B11}"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4" name="PlaceHolder 3"/>
          <p:cNvSpPr>
            <a:spLocks noGrp="1"/>
          </p:cNvSpPr>
          <p:nvPr>
            <p:ph type="dt" idx="21"/>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1" r:id="rId2"/>
  </p:sldLayoutIdLst>
</p:sldMaster>
</file>

<file path=ppt/slideMasters/slideMaster8.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5" name="PlaceHolder 1"/>
          <p:cNvSpPr>
            <a:spLocks noGrp="1"/>
          </p:cNvSpPr>
          <p:nvPr>
            <p:ph type="title"/>
          </p:nvPr>
        </p:nvSpPr>
        <p:spPr>
          <a:xfrm>
            <a:off x="838080" y="365040"/>
            <a:ext cx="10514880" cy="1324800"/>
          </a:xfrm>
          <a:prstGeom prst="rect">
            <a:avLst/>
          </a:prstGeom>
          <a:noFill/>
          <a:ln w="0">
            <a:noFill/>
          </a:ln>
        </p:spPr>
        <p:txBody>
          <a:bodyPr lIns="0" rIns="0" tIns="0" bIns="0" anchor="ctr">
            <a:noAutofit/>
          </a:bodyPr>
          <a:p>
            <a:pPr indent="0">
              <a:buNone/>
            </a:pPr>
            <a:r>
              <a:rPr b="0" lang="en-PH" sz="1800" spc="-1" strike="noStrike">
                <a:solidFill>
                  <a:srgbClr val="000000"/>
                </a:solidFill>
                <a:latin typeface="Arial"/>
              </a:rPr>
              <a:t>Click to edit the title text format</a:t>
            </a:r>
            <a:endParaRPr b="0" lang="en-PH" sz="1800" spc="-1" strike="noStrike">
              <a:solidFill>
                <a:srgbClr val="000000"/>
              </a:solidFill>
              <a:latin typeface="Arial"/>
            </a:endParaRPr>
          </a:p>
        </p:txBody>
      </p:sp>
      <p:sp>
        <p:nvSpPr>
          <p:cNvPr id="36" name="PlaceHolder 2"/>
          <p:cNvSpPr>
            <a:spLocks noGrp="1"/>
          </p:cNvSpPr>
          <p:nvPr>
            <p:ph type="ftr" idx="22"/>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37" name="PlaceHolder 3"/>
          <p:cNvSpPr>
            <a:spLocks noGrp="1"/>
          </p:cNvSpPr>
          <p:nvPr>
            <p:ph type="sldNum" idx="23"/>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CA2F9544-2071-4F6F-B2C9-A491C3A24C01}"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38" name="PlaceHolder 4"/>
          <p:cNvSpPr>
            <a:spLocks noGrp="1"/>
          </p:cNvSpPr>
          <p:nvPr>
            <p:ph type="dt" idx="24"/>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3" r:id="rId2"/>
  </p:sldLayoutIdLst>
</p:sldMaster>
</file>

<file path=ppt/slideMasters/slideMaster9.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0" name="PlaceHolder 1"/>
          <p:cNvSpPr>
            <a:spLocks noGrp="1"/>
          </p:cNvSpPr>
          <p:nvPr>
            <p:ph type="ftr" idx="25"/>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1" name="PlaceHolder 2"/>
          <p:cNvSpPr>
            <a:spLocks noGrp="1"/>
          </p:cNvSpPr>
          <p:nvPr>
            <p:ph type="sldNum" idx="26"/>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8D03941E-2D94-4B3A-A990-63F5FFAA26BA}"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2" name="PlaceHolder 3"/>
          <p:cNvSpPr>
            <a:spLocks noGrp="1"/>
          </p:cNvSpPr>
          <p:nvPr>
            <p:ph type="dt" idx="27"/>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5" r:id="rId2"/>
  </p:sldLayoutIdLst>
</p:sldMaster>
</file>

<file path=ppt/slideMasters/slideMaster10.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3" name="PlaceHolder 1"/>
          <p:cNvSpPr>
            <a:spLocks noGrp="1"/>
          </p:cNvSpPr>
          <p:nvPr>
            <p:ph type="ftr" idx="28"/>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4" name="PlaceHolder 2"/>
          <p:cNvSpPr>
            <a:spLocks noGrp="1"/>
          </p:cNvSpPr>
          <p:nvPr>
            <p:ph type="sldNum" idx="29"/>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6362B26C-C5B8-42C0-9F73-D55BC6C67DCF}"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5" name="PlaceHolder 3"/>
          <p:cNvSpPr>
            <a:spLocks noGrp="1"/>
          </p:cNvSpPr>
          <p:nvPr>
            <p:ph type="dt" idx="30"/>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7" r:id="rId2"/>
  </p:sldLayoutIdLst>
</p:sldMaster>
</file>

<file path=ppt/slideMasters/slideMaster1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ftr" idx="31"/>
          </p:nvPr>
        </p:nvSpPr>
        <p:spPr>
          <a:xfrm>
            <a:off x="4038480" y="6356520"/>
            <a:ext cx="4114080" cy="36432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en-PH" sz="1400" spc="-1" strike="noStrike">
                <a:solidFill>
                  <a:srgbClr val="000000"/>
                </a:solidFill>
                <a:latin typeface="Times New Roman"/>
              </a:defRPr>
            </a:lvl1pPr>
          </a:lstStyle>
          <a:p>
            <a:pPr indent="0" algn="ctr">
              <a:lnSpc>
                <a:spcPct val="100000"/>
              </a:lnSpc>
              <a:buNone/>
              <a:tabLst>
                <a:tab algn="l" pos="0"/>
              </a:tabLst>
            </a:pPr>
            <a:r>
              <a:rPr b="0" lang="en-PH" sz="1400" spc="-1" strike="noStrike">
                <a:solidFill>
                  <a:srgbClr val="000000"/>
                </a:solidFill>
                <a:latin typeface="Times New Roman"/>
              </a:rPr>
              <a:t>&lt;footer&gt;</a:t>
            </a:r>
            <a:endParaRPr b="0" lang="en-PH" sz="1400" spc="-1" strike="noStrike">
              <a:solidFill>
                <a:srgbClr val="000000"/>
              </a:solidFill>
              <a:latin typeface="Times New Roman"/>
            </a:endParaRPr>
          </a:p>
        </p:txBody>
      </p:sp>
      <p:sp>
        <p:nvSpPr>
          <p:cNvPr id="47" name="PlaceHolder 2"/>
          <p:cNvSpPr>
            <a:spLocks noGrp="1"/>
          </p:cNvSpPr>
          <p:nvPr>
            <p:ph type="sldNum" idx="32"/>
          </p:nvPr>
        </p:nvSpPr>
        <p:spPr>
          <a:xfrm>
            <a:off x="8610480" y="6356520"/>
            <a:ext cx="2742480" cy="36432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en-US" sz="1200" spc="-1" strike="noStrike">
                <a:solidFill>
                  <a:schemeClr val="dk1">
                    <a:tint val="75000"/>
                  </a:schemeClr>
                </a:solidFill>
                <a:latin typeface="Arial"/>
                <a:ea typeface="Arial"/>
              </a:defRPr>
            </a:lvl1pPr>
          </a:lstStyle>
          <a:p>
            <a:pPr indent="0" algn="r" defTabSz="914400">
              <a:lnSpc>
                <a:spcPct val="100000"/>
              </a:lnSpc>
              <a:buNone/>
              <a:tabLst>
                <a:tab algn="l" pos="0"/>
              </a:tabLst>
            </a:pPr>
            <a:fld id="{D87728C2-77EC-4829-B52F-04562D971F9E}" type="slidenum">
              <a:rPr b="0" lang="en-US" sz="1200" spc="-1" strike="noStrike">
                <a:solidFill>
                  <a:schemeClr val="dk1">
                    <a:tint val="75000"/>
                  </a:schemeClr>
                </a:solidFill>
                <a:latin typeface="Arial"/>
                <a:ea typeface="Arial"/>
              </a:rPr>
              <a:t>&lt;number&gt;</a:t>
            </a:fld>
            <a:endParaRPr b="0" lang="en-PH" sz="1200" spc="-1" strike="noStrike">
              <a:solidFill>
                <a:srgbClr val="000000"/>
              </a:solidFill>
              <a:latin typeface="Times New Roman"/>
            </a:endParaRPr>
          </a:p>
        </p:txBody>
      </p:sp>
      <p:sp>
        <p:nvSpPr>
          <p:cNvPr id="48" name="PlaceHolder 3"/>
          <p:cNvSpPr>
            <a:spLocks noGrp="1"/>
          </p:cNvSpPr>
          <p:nvPr>
            <p:ph type="dt" idx="33"/>
          </p:nvPr>
        </p:nvSpPr>
        <p:spPr>
          <a:xfrm>
            <a:off x="838080" y="6356520"/>
            <a:ext cx="2742480" cy="364320"/>
          </a:xfrm>
          <a:prstGeom prst="rect">
            <a:avLst/>
          </a:prstGeom>
          <a:noFill/>
          <a:ln w="0">
            <a:noFill/>
          </a:ln>
        </p:spPr>
        <p:txBody>
          <a:bodyPr lIns="91440" rIns="91440" tIns="45720" bIns="45720" anchor="ctr">
            <a:noAutofit/>
          </a:bodyPr>
          <a:lstStyle>
            <a:lvl1pPr indent="0">
              <a:buNone/>
              <a:defRPr b="0" lang="en-PH" sz="1400" spc="-1" strike="noStrike">
                <a:solidFill>
                  <a:srgbClr val="000000"/>
                </a:solidFill>
                <a:latin typeface="Times New Roman"/>
              </a:defRPr>
            </a:lvl1pPr>
          </a:lstStyle>
          <a:p>
            <a:pPr indent="0">
              <a:buNone/>
            </a:pPr>
            <a:r>
              <a:rPr b="0" lang="en-PH" sz="1400" spc="-1" strike="noStrike">
                <a:solidFill>
                  <a:srgbClr val="000000"/>
                </a:solidFill>
                <a:latin typeface="Times New Roman"/>
              </a:rPr>
              <a:t>&lt;date/time&gt;</a:t>
            </a:r>
            <a:endParaRPr b="0" lang="en-PH"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sldLayoutIdLst>
    <p:sldLayoutId id="214748366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fontScale="96666" lnSpcReduction="10000"/>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 A hospital plans to develop an Online Appointment System. The project manager interviewed only the hospital director before defining the system requirements. After development, nurses and patients complained that many important features were missing.</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objective was most neglected?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a:t>
            </a:r>
            <a:r>
              <a:rPr b="0" lang="en" sz="2800" spc="-1" strike="noStrike">
                <a:solidFill>
                  <a:srgbClr val="000000"/>
                </a:solidFill>
                <a:latin typeface="Times New Roman"/>
                <a:ea typeface="Times New Roman"/>
              </a:rPr>
              <a:t> </a:t>
            </a:r>
            <a:r>
              <a:rPr b="0" lang="en-PH" sz="2800" spc="-1" strike="noStrike">
                <a:solidFill>
                  <a:srgbClr val="000000"/>
                </a:solidFill>
                <a:latin typeface="Times New Roman"/>
                <a:ea typeface="Times New Roman"/>
              </a:rPr>
              <a:t>Establishing schedule and constraints </a:t>
            </a:r>
            <a:br>
              <a:rPr sz="2800"/>
            </a:br>
            <a:r>
              <a:rPr b="0" lang="en-PH" sz="2800" spc="-1" strike="noStrike">
                <a:solidFill>
                  <a:srgbClr val="000000"/>
                </a:solidFill>
                <a:latin typeface="Times New Roman"/>
                <a:ea typeface="Times New Roman"/>
              </a:rPr>
              <a:t> B.</a:t>
            </a:r>
            <a:r>
              <a:rPr b="0" lang="en-PH" sz="2800" spc="-1" strike="noStrike">
                <a:solidFill>
                  <a:srgbClr val="000000"/>
                </a:solidFill>
                <a:latin typeface="Times New Roman"/>
                <a:ea typeface="Times New Roman"/>
              </a:rPr>
              <a:t> Allocating functions to system elements</a:t>
            </a:r>
            <a:br>
              <a:rPr sz="2800"/>
            </a:br>
            <a:r>
              <a:rPr b="0" lang="en-PH" sz="2800" spc="-1" strike="noStrike">
                <a:solidFill>
                  <a:srgbClr val="000000"/>
                </a:solidFill>
                <a:latin typeface="Times New Roman"/>
                <a:ea typeface="Times New Roman"/>
              </a:rPr>
              <a:t> C.</a:t>
            </a:r>
            <a:r>
              <a:rPr b="0" lang="en-PH" sz="2800" spc="-1" strike="noStrike">
                <a:solidFill>
                  <a:srgbClr val="000000"/>
                </a:solidFill>
                <a:latin typeface="Times New Roman"/>
                <a:ea typeface="Times New Roman"/>
              </a:rPr>
              <a:t> Identifying customer needs</a:t>
            </a:r>
            <a:br>
              <a:rPr sz="2800"/>
            </a:br>
            <a:r>
              <a:rPr b="0" lang="en-PH" sz="2800" spc="-1" strike="noStrike">
                <a:solidFill>
                  <a:srgbClr val="000000"/>
                </a:solidFill>
                <a:latin typeface="Times New Roman"/>
                <a:ea typeface="Times New Roman"/>
              </a:rPr>
              <a:t> D. Creating system definitions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2. During requirement analysis, an analyst creates a Context Diagram that includes internal modules such as Login, Database, and Payment Processing.</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primary problem?</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Internal processes should not appear in a Context Diagram.</a:t>
            </a:r>
            <a:br>
              <a:rPr sz="2800"/>
            </a:br>
            <a:r>
              <a:rPr b="0" lang="en-PH" sz="2800" spc="-1" strike="noStrike">
                <a:solidFill>
                  <a:srgbClr val="000000"/>
                </a:solidFill>
                <a:latin typeface="Times New Roman"/>
                <a:ea typeface="Times New Roman"/>
              </a:rPr>
              <a:t> B. Payment processing should be omitted.</a:t>
            </a:r>
            <a:br>
              <a:rPr sz="2800"/>
            </a:br>
            <a:r>
              <a:rPr b="0" lang="en-PH" sz="2800" spc="-1" strike="noStrike">
                <a:solidFill>
                  <a:srgbClr val="000000"/>
                </a:solidFill>
                <a:latin typeface="Times New Roman"/>
                <a:ea typeface="Times New Roman"/>
              </a:rPr>
              <a:t> C. Databases should always be external entities.</a:t>
            </a:r>
            <a:br>
              <a:rPr sz="2800"/>
            </a:br>
            <a:r>
              <a:rPr b="0" lang="en-PH" sz="2800" spc="-1" strike="noStrike">
                <a:solidFill>
                  <a:srgbClr val="000000"/>
                </a:solidFill>
                <a:latin typeface="Times New Roman"/>
                <a:ea typeface="Times New Roman"/>
              </a:rPr>
              <a:t> D. Customers should not interact with the system.</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3. A startup plans to develop a mobile application with innovative features that are expected to change frequently based on user feedback.</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approach is most appropriate?</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Skip prototyping to save time.</a:t>
            </a:r>
            <a:br>
              <a:rPr sz="2800"/>
            </a:br>
            <a:r>
              <a:rPr b="0" lang="en-PH" sz="2800" spc="-1" strike="noStrike">
                <a:solidFill>
                  <a:srgbClr val="000000"/>
                </a:solidFill>
                <a:latin typeface="Times New Roman"/>
                <a:ea typeface="Times New Roman"/>
              </a:rPr>
              <a:t> B. Use Evolutionary Rapid Prototyping to continuously refine requirements.</a:t>
            </a:r>
            <a:br>
              <a:rPr sz="2800"/>
            </a:br>
            <a:r>
              <a:rPr b="0" lang="en-PH" sz="2800" spc="-1" strike="noStrike">
                <a:solidFill>
                  <a:srgbClr val="000000"/>
                </a:solidFill>
                <a:latin typeface="Times New Roman"/>
                <a:ea typeface="Times New Roman"/>
              </a:rPr>
              <a:t> C. Use Throwaway Prototyping because it becomes the final product.</a:t>
            </a:r>
            <a:br>
              <a:rPr sz="2800"/>
            </a:br>
            <a:r>
              <a:rPr b="0" lang="en-PH" sz="2800" spc="-1" strike="noStrike">
                <a:solidFill>
                  <a:srgbClr val="000000"/>
                </a:solidFill>
                <a:latin typeface="Times New Roman"/>
                <a:ea typeface="Times New Roman"/>
              </a:rPr>
              <a:t> D. Finalize all requirements before consulting users.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4. A school develops an enrollment system without creating a prototype. After deployment, students find the interface confusing and difficult to use.</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requirement analysis step could have prevented this problem?</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Drawing the Context Diagram</a:t>
            </a:r>
            <a:br>
              <a:rPr sz="2800"/>
            </a:br>
            <a:r>
              <a:rPr b="0" lang="en-PH" sz="2800" spc="-1" strike="noStrike">
                <a:solidFill>
                  <a:srgbClr val="000000"/>
                </a:solidFill>
                <a:latin typeface="Times New Roman"/>
                <a:ea typeface="Times New Roman"/>
              </a:rPr>
              <a:t> B. Developing a Prototype</a:t>
            </a:r>
            <a:br>
              <a:rPr sz="2800"/>
            </a:br>
            <a:r>
              <a:rPr b="0" lang="en-PH" sz="2800" spc="-1" strike="noStrike">
                <a:solidFill>
                  <a:srgbClr val="000000"/>
                </a:solidFill>
                <a:latin typeface="Times New Roman"/>
                <a:ea typeface="Times New Roman"/>
              </a:rPr>
              <a:t> C. Creating a Data Dictionary</a:t>
            </a:r>
            <a:br>
              <a:rPr sz="2800"/>
            </a:br>
            <a:r>
              <a:rPr b="0" lang="en-PH" sz="2800" spc="-1" strike="noStrike">
                <a:solidFill>
                  <a:srgbClr val="000000"/>
                </a:solidFill>
                <a:latin typeface="Times New Roman"/>
                <a:ea typeface="Times New Roman"/>
              </a:rPr>
              <a:t> D. Finalizing the Requirements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5. During requirement modeling, several duplicate processes and inconsistent data definitions were discovered.</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main benefit of creating requirement models?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They reduce project documentation.</a:t>
            </a:r>
            <a:br>
              <a:rPr sz="2800"/>
            </a:br>
            <a:r>
              <a:rPr b="0" lang="en-PH" sz="2800" spc="-1" strike="noStrike">
                <a:solidFill>
                  <a:srgbClr val="000000"/>
                </a:solidFill>
                <a:latin typeface="Times New Roman"/>
                <a:ea typeface="Times New Roman"/>
              </a:rPr>
              <a:t> B. They eliminate software testing.</a:t>
            </a:r>
            <a:br>
              <a:rPr sz="2800"/>
            </a:br>
            <a:r>
              <a:rPr b="0" lang="en-PH" sz="2800" spc="-1" strike="noStrike">
                <a:solidFill>
                  <a:srgbClr val="000000"/>
                </a:solidFill>
                <a:latin typeface="Times New Roman"/>
                <a:ea typeface="Times New Roman"/>
              </a:rPr>
              <a:t> C. They automatically generate source code.</a:t>
            </a:r>
            <a:br>
              <a:rPr sz="2800"/>
            </a:br>
            <a:r>
              <a:rPr b="0" lang="en-PH" sz="2800" spc="-1" strike="noStrike">
                <a:solidFill>
                  <a:srgbClr val="000000"/>
                </a:solidFill>
                <a:latin typeface="Times New Roman"/>
                <a:ea typeface="Times New Roman"/>
              </a:rPr>
              <a:t> D. They detect errors before implementation.</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6. A municipality wants to implement a facial recognition attendance system, but its computers cannot support the software and the available budget is insufficient.</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should the analysts do first?</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Begin software development immediately.</a:t>
            </a:r>
            <a:br>
              <a:rPr sz="2800"/>
            </a:br>
            <a:r>
              <a:rPr b="0" lang="en-PH" sz="2800" spc="-1" strike="noStrike">
                <a:solidFill>
                  <a:srgbClr val="000000"/>
                </a:solidFill>
                <a:latin typeface="Times New Roman"/>
                <a:ea typeface="Times New Roman"/>
              </a:rPr>
              <a:t> B. Finalize the software requirements.</a:t>
            </a:r>
            <a:br>
              <a:rPr sz="2800"/>
            </a:br>
            <a:r>
              <a:rPr b="0" lang="en-PH" sz="2800" spc="-1" strike="noStrike">
                <a:solidFill>
                  <a:srgbClr val="000000"/>
                </a:solidFill>
                <a:latin typeface="Times New Roman"/>
                <a:ea typeface="Times New Roman"/>
              </a:rPr>
              <a:t> C.</a:t>
            </a:r>
            <a:r>
              <a:rPr b="0" lang="en-PH" sz="2800" spc="-1" strike="noStrike">
                <a:solidFill>
                  <a:srgbClr val="000000"/>
                </a:solidFill>
                <a:latin typeface="Times New Roman"/>
                <a:ea typeface="Times New Roman"/>
              </a:rPr>
              <a:t> Conduct technical and economic feasibility analysis.</a:t>
            </a:r>
            <a:br>
              <a:rPr sz="2800"/>
            </a:br>
            <a:r>
              <a:rPr b="0" lang="en-PH" sz="2800" spc="-1" strike="noStrike">
                <a:solidFill>
                  <a:srgbClr val="000000"/>
                </a:solidFill>
                <a:latin typeface="Times New Roman"/>
                <a:ea typeface="Times New Roman"/>
              </a:rPr>
              <a:t> D. Develop the database.</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7. An analyst wants to show how Customers, Orders, and Products are related within an online shopping system.</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model should be created?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Behavioral Model</a:t>
            </a:r>
            <a:br>
              <a:rPr sz="2800"/>
            </a:br>
            <a:r>
              <a:rPr b="0" lang="en-PH" sz="2800" spc="-1" strike="noStrike">
                <a:solidFill>
                  <a:srgbClr val="000000"/>
                </a:solidFill>
                <a:latin typeface="Times New Roman"/>
                <a:ea typeface="Times New Roman"/>
              </a:rPr>
              <a:t> B. Functional Model</a:t>
            </a:r>
            <a:br>
              <a:rPr sz="2800"/>
            </a:br>
            <a:r>
              <a:rPr b="0" lang="en-PH" sz="2800" spc="-1" strike="noStrike">
                <a:solidFill>
                  <a:srgbClr val="000000"/>
                </a:solidFill>
                <a:latin typeface="Times New Roman"/>
                <a:ea typeface="Times New Roman"/>
              </a:rPr>
              <a:t> C. Data Model</a:t>
            </a:r>
            <a:br>
              <a:rPr sz="2800"/>
            </a:br>
            <a:r>
              <a:rPr b="0" lang="en-PH" sz="2800" spc="-1" strike="noStrike">
                <a:solidFill>
                  <a:srgbClr val="000000"/>
                </a:solidFill>
                <a:latin typeface="Times New Roman"/>
                <a:ea typeface="Times New Roman"/>
              </a:rPr>
              <a:t> D. Context Diagram</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8. A company plans to include every feature requested by stakeholders even though the project exceeds the available budget and timeline.</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analysis objective is being ignored?</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Customer Needs</a:t>
            </a:r>
            <a:br>
              <a:rPr sz="2800"/>
            </a:br>
            <a:r>
              <a:rPr b="0" lang="en-PH" sz="2800" spc="-1" strike="noStrike">
                <a:solidFill>
                  <a:srgbClr val="000000"/>
                </a:solidFill>
                <a:latin typeface="Times New Roman"/>
                <a:ea typeface="Times New Roman"/>
              </a:rPr>
              <a:t> B. System Definition</a:t>
            </a:r>
            <a:br>
              <a:rPr sz="2800"/>
            </a:br>
            <a:r>
              <a:rPr b="0" lang="en-PH" sz="2800" spc="-1" strike="noStrike">
                <a:solidFill>
                  <a:srgbClr val="000000"/>
                </a:solidFill>
                <a:latin typeface="Times New Roman"/>
                <a:ea typeface="Times New Roman"/>
              </a:rPr>
              <a:t> C. Requirement Modeling</a:t>
            </a:r>
            <a:br>
              <a:rPr sz="2800"/>
            </a:br>
            <a:r>
              <a:rPr b="0" lang="en-PH" sz="2800" spc="-1" strike="noStrike">
                <a:solidFill>
                  <a:srgbClr val="000000"/>
                </a:solidFill>
                <a:latin typeface="Times New Roman"/>
                <a:ea typeface="Times New Roman"/>
              </a:rPr>
              <a:t> D. Establishing schedule and constraints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9. An ATM system responds differently when users enter the correct PIN, an incorrect PIN, or cancel the transaction.</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model best represents these different system responses?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US" sz="2800" spc="-1" strike="noStrike">
                <a:solidFill>
                  <a:srgbClr val="000000"/>
                </a:solidFill>
                <a:latin typeface="Times New Roman"/>
                <a:ea typeface="Times New Roman"/>
              </a:rPr>
              <a:t>A. Customer Needs</a:t>
            </a:r>
            <a:br>
              <a:rPr sz="2800"/>
            </a:br>
            <a:r>
              <a:rPr b="0" lang="en-US" sz="2800" spc="-1" strike="noStrike">
                <a:solidFill>
                  <a:srgbClr val="000000"/>
                </a:solidFill>
                <a:latin typeface="Times New Roman"/>
                <a:ea typeface="Times New Roman"/>
              </a:rPr>
              <a:t> B. System Definition</a:t>
            </a:r>
            <a:br>
              <a:rPr sz="2800"/>
            </a:br>
            <a:r>
              <a:rPr b="0" lang="en-US" sz="2800" spc="-1" strike="noStrike">
                <a:solidFill>
                  <a:srgbClr val="000000"/>
                </a:solidFill>
                <a:latin typeface="Times New Roman"/>
                <a:ea typeface="Times New Roman"/>
              </a:rPr>
              <a:t> C. Requirement Modeling</a:t>
            </a:r>
            <a:br>
              <a:rPr sz="2800"/>
            </a:br>
            <a:r>
              <a:rPr b="0" lang="en-US" sz="2800" spc="-1" strike="noStrike">
                <a:solidFill>
                  <a:srgbClr val="000000"/>
                </a:solidFill>
                <a:latin typeface="Times New Roman"/>
                <a:ea typeface="Times New Roman"/>
              </a:rPr>
              <a:t> D. Establishing schedule and constraints </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10. An analyst creates Data Flow Diagrams, Entity-Relationship Diagrams, and State Transition Diagrams before documenting the final requirements.</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What is the primary purpose of these models?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Replace stakeholder interviews.</a:t>
            </a:r>
            <a:br>
              <a:rPr sz="2800"/>
            </a:br>
            <a:r>
              <a:rPr b="0" lang="en-PH" sz="2800" spc="-1" strike="noStrike">
                <a:solidFill>
                  <a:srgbClr val="000000"/>
                </a:solidFill>
                <a:latin typeface="Times New Roman"/>
                <a:ea typeface="Times New Roman"/>
              </a:rPr>
              <a:t> B. Estimate project costs.</a:t>
            </a:r>
            <a:br>
              <a:rPr sz="2800"/>
            </a:br>
            <a:r>
              <a:rPr b="0" lang="en-PH" sz="2800" spc="-1" strike="noStrike">
                <a:solidFill>
                  <a:srgbClr val="000000"/>
                </a:solidFill>
                <a:latin typeface="Times New Roman"/>
                <a:ea typeface="Times New Roman"/>
              </a:rPr>
              <a:t> C. Identify missing and inconsistent requirements.</a:t>
            </a:r>
            <a:br>
              <a:rPr sz="2800"/>
            </a:br>
            <a:r>
              <a:rPr b="0" lang="en-PH" sz="2800" spc="-1" strike="noStrike">
                <a:solidFill>
                  <a:srgbClr val="000000"/>
                </a:solidFill>
                <a:latin typeface="Times New Roman"/>
                <a:ea typeface="Times New Roman"/>
              </a:rPr>
              <a:t> D. Generate software automatically.</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11. A requirement states:</a:t>
            </a:r>
            <a:endParaRPr b="0" lang="en-PH" sz="3600" spc="-1" strike="noStrike">
              <a:solidFill>
                <a:srgbClr val="000000"/>
              </a:solidFill>
              <a:latin typeface="Arial"/>
            </a:endParaRPr>
          </a:p>
          <a:p>
            <a:pPr defTabSz="914400">
              <a:lnSpc>
                <a:spcPct val="90000"/>
              </a:lnSpc>
              <a:spcBef>
                <a:spcPts val="1001"/>
              </a:spcBef>
              <a:tabLst>
                <a:tab algn="l" pos="0"/>
              </a:tabLst>
            </a:pPr>
            <a:r>
              <a:rPr b="0" i="1" lang="en-PH" sz="2800" spc="-1" strike="noStrike">
                <a:solidFill>
                  <a:srgbClr val="000000"/>
                </a:solidFill>
                <a:latin typeface="Times New Roman"/>
                <a:ea typeface="Times New Roman"/>
              </a:rPr>
              <a:t>"The website should be user-friendly."</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Why should this requirement be revised before finalization?</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It is ambiguous and difficult to verify.</a:t>
            </a:r>
            <a:br>
              <a:rPr sz="2800"/>
            </a:br>
            <a:r>
              <a:rPr b="0" lang="en-PH" sz="2800" spc="-1" strike="noStrike">
                <a:solidFill>
                  <a:srgbClr val="000000"/>
                </a:solidFill>
                <a:latin typeface="Times New Roman"/>
                <a:ea typeface="Times New Roman"/>
              </a:rPr>
              <a:t> B. It is already measurable.</a:t>
            </a:r>
            <a:br>
              <a:rPr sz="2800"/>
            </a:br>
            <a:r>
              <a:rPr b="0" lang="en-PH" sz="2800" spc="-1" strike="noStrike">
                <a:solidFill>
                  <a:srgbClr val="000000"/>
                </a:solidFill>
                <a:latin typeface="Times New Roman"/>
                <a:ea typeface="Times New Roman"/>
              </a:rPr>
              <a:t> C. It is unrelated to software requirements.</a:t>
            </a:r>
            <a:br>
              <a:rPr sz="2800"/>
            </a:br>
            <a:r>
              <a:rPr b="0" lang="en-PH" sz="2800" spc="-1" strike="noStrike">
                <a:solidFill>
                  <a:srgbClr val="000000"/>
                </a:solidFill>
                <a:latin typeface="Times New Roman"/>
                <a:ea typeface="Times New Roman"/>
              </a:rPr>
              <a:t> D. It contains technical details.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12. A client continuously changes system requirements after reviewing every prototype. The development team decides to improve the prototype until it becomes the final product.</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prototyping approach best fits this situation?</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Throwaway Prototyping</a:t>
            </a:r>
            <a:br>
              <a:rPr sz="2800"/>
            </a:br>
            <a:r>
              <a:rPr b="0" lang="en-PH" sz="2800" spc="-1" strike="noStrike">
                <a:solidFill>
                  <a:srgbClr val="000000"/>
                </a:solidFill>
                <a:latin typeface="Times New Roman"/>
                <a:ea typeface="Times New Roman"/>
              </a:rPr>
              <a:t> B. Functional Modeling</a:t>
            </a:r>
            <a:br>
              <a:rPr sz="2800"/>
            </a:br>
            <a:r>
              <a:rPr b="0" lang="en-PH" sz="2800" spc="-1" strike="noStrike">
                <a:solidFill>
                  <a:srgbClr val="000000"/>
                </a:solidFill>
                <a:latin typeface="Times New Roman"/>
                <a:ea typeface="Times New Roman"/>
              </a:rPr>
              <a:t> C. Data Modeling</a:t>
            </a:r>
            <a:br>
              <a:rPr sz="2800"/>
            </a:br>
            <a:r>
              <a:rPr b="0" lang="en-PH" sz="2800" spc="-1" strike="noStrike">
                <a:solidFill>
                  <a:srgbClr val="000000"/>
                </a:solidFill>
                <a:latin typeface="Times New Roman"/>
                <a:ea typeface="Times New Roman"/>
              </a:rPr>
              <a:t> D. Evolutionary Rapid Prototyping</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13. An analyst creates a diagram illustrating how customer orders are processed, validated, and shipped.</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type of model is most appropriate?</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Context Diagram</a:t>
            </a:r>
            <a:br>
              <a:rPr sz="2800"/>
            </a:br>
            <a:r>
              <a:rPr b="0" lang="en-PH" sz="2800" spc="-1" strike="noStrike">
                <a:solidFill>
                  <a:srgbClr val="000000"/>
                </a:solidFill>
                <a:latin typeface="Times New Roman"/>
                <a:ea typeface="Times New Roman"/>
              </a:rPr>
              <a:t> B. Behavioral Model</a:t>
            </a:r>
            <a:br>
              <a:rPr sz="2800"/>
            </a:br>
            <a:r>
              <a:rPr b="0" lang="en-PH" sz="2800" spc="-1" strike="noStrike">
                <a:solidFill>
                  <a:srgbClr val="000000"/>
                </a:solidFill>
                <a:latin typeface="Times New Roman"/>
                <a:ea typeface="Times New Roman"/>
              </a:rPr>
              <a:t> C. Data Model</a:t>
            </a:r>
            <a:br>
              <a:rPr sz="2800"/>
            </a:br>
            <a:r>
              <a:rPr b="0" lang="en-PH" sz="2800" spc="-1" strike="noStrike">
                <a:solidFill>
                  <a:srgbClr val="000000"/>
                </a:solidFill>
                <a:latin typeface="Times New Roman"/>
                <a:ea typeface="Times New Roman"/>
              </a:rPr>
              <a:t> D.</a:t>
            </a:r>
            <a:r>
              <a:rPr b="0" lang="en-PH" sz="2800" spc="-1" strike="noStrike">
                <a:solidFill>
                  <a:srgbClr val="000000"/>
                </a:solidFill>
                <a:latin typeface="Times New Roman"/>
                <a:ea typeface="Times New Roman"/>
              </a:rPr>
              <a:t> Functional Model</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subTitle"/>
          </p:nvPr>
        </p:nvSpPr>
        <p:spPr>
          <a:xfrm>
            <a:off x="881640" y="718920"/>
            <a:ext cx="10458720" cy="5552640"/>
          </a:xfrm>
          <a:prstGeom prst="rect">
            <a:avLst/>
          </a:prstGeom>
          <a:noFill/>
          <a:ln w="0">
            <a:noFill/>
          </a:ln>
        </p:spPr>
        <p:txBody>
          <a:bodyPr numCol="1" spcCol="0" lIns="91440" rIns="91440" tIns="45720" bIns="45720" anchor="t">
            <a:normAutofit fontScale="96666"/>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14. A university wants to develop an Online Library System.</a:t>
            </a:r>
            <a:endParaRPr b="0" lang="en-PH" sz="36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Which sequence of activities best reflects a proper requirement analysis process?</a:t>
            </a:r>
            <a:endParaRPr b="0" lang="en-PH" sz="28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a:t>
            </a:r>
            <a:r>
              <a:rPr b="0" lang="en" sz="2800" spc="-1" strike="noStrike">
                <a:solidFill>
                  <a:srgbClr val="000000"/>
                </a:solidFill>
                <a:latin typeface="Times New Roman"/>
                <a:ea typeface="Times New Roman"/>
              </a:rPr>
              <a:t> Finalize Requirements → Build Prototype → Draw Context </a:t>
            </a:r>
            <a:r>
              <a:rPr b="0" lang="en" sz="2800" spc="-1" strike="noStrike">
                <a:solidFill>
                  <a:srgbClr val="000000"/>
                </a:solidFill>
                <a:latin typeface="Times New Roman"/>
                <a:ea typeface="Times New Roman"/>
              </a:rPr>
              <a:t>	</a:t>
            </a:r>
            <a:r>
              <a:rPr b="0" lang="en" sz="2800" spc="-1" strike="noStrike">
                <a:solidFill>
                  <a:srgbClr val="000000"/>
                </a:solidFill>
                <a:latin typeface="Times New Roman"/>
                <a:ea typeface="Times New Roman"/>
              </a:rPr>
              <a:t>Diagram → Model Requirements.</a:t>
            </a: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B.</a:t>
            </a:r>
            <a:r>
              <a:rPr b="0" lang="en-PH" sz="2800" spc="-1" strike="noStrike">
                <a:solidFill>
                  <a:srgbClr val="000000"/>
                </a:solidFill>
                <a:latin typeface="Times New Roman"/>
                <a:ea typeface="Times New Roman"/>
              </a:rPr>
              <a:t> Draw Context Diagram → Develop Prototype → Model </a:t>
            </a:r>
            <a:r>
              <a:rPr b="0" lang="en-PH" sz="2800" spc="-1" strike="noStrike">
                <a:solidFill>
                  <a:srgbClr val="000000"/>
                </a:solidFill>
                <a:latin typeface="Times New Roman"/>
                <a:ea typeface="Times New Roman"/>
              </a:rPr>
              <a:t>	</a:t>
            </a:r>
            <a:r>
              <a:rPr b="0" lang="en-PH" sz="2800" spc="-1" strike="noStrike">
                <a:solidFill>
                  <a:srgbClr val="000000"/>
                </a:solidFill>
                <a:latin typeface="Times New Roman"/>
                <a:ea typeface="Times New Roman"/>
              </a:rPr>
              <a:t>Requirements → Finalize Requirements</a:t>
            </a:r>
            <a:r>
              <a:rPr b="0" lang="en" sz="2800" spc="-1" strike="noStrike">
                <a:solidFill>
                  <a:srgbClr val="000000"/>
                </a:solidFill>
                <a:latin typeface="Times New Roman"/>
                <a:ea typeface="Times New Roman"/>
              </a:rPr>
              <a:t>.</a:t>
            </a: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C. Build Database → Finalize Requirements → Prototype → Context </a:t>
            </a:r>
            <a:r>
              <a:rPr b="0" lang="en" sz="2800" spc="-1" strike="noStrike">
                <a:solidFill>
                  <a:srgbClr val="000000"/>
                </a:solidFill>
                <a:latin typeface="Times New Roman"/>
                <a:ea typeface="Times New Roman"/>
              </a:rPr>
              <a:t>	</a:t>
            </a:r>
            <a:r>
              <a:rPr b="0" lang="en" sz="2800" spc="-1" strike="noStrike">
                <a:solidFill>
                  <a:srgbClr val="000000"/>
                </a:solidFill>
                <a:latin typeface="Times New Roman"/>
                <a:ea typeface="Times New Roman"/>
              </a:rPr>
              <a:t>Diagram.</a:t>
            </a:r>
            <a:endParaRPr b="0" lang="en-PH" sz="2800" spc="-1" strike="noStrike">
              <a:solidFill>
                <a:srgbClr val="000000"/>
              </a:solidFill>
              <a:latin typeface="Arial"/>
            </a:endParaRPr>
          </a:p>
          <a:p>
            <a:pPr defTabSz="914400">
              <a:lnSpc>
                <a:spcPct val="90000"/>
              </a:lnSpc>
              <a:spcBef>
                <a:spcPts val="1001"/>
              </a:spcBef>
              <a:tabLst>
                <a:tab algn="l" pos="0"/>
              </a:tabLst>
            </a:pPr>
            <a:r>
              <a:rPr b="0" lang="en" sz="2800" spc="-1" strike="noStrike">
                <a:solidFill>
                  <a:srgbClr val="000000"/>
                </a:solidFill>
                <a:latin typeface="Times New Roman"/>
                <a:ea typeface="Times New Roman"/>
              </a:rPr>
              <a:t>D. Coding → Prototype → Testing → Documentation</a:t>
            </a:r>
            <a:r>
              <a:rPr b="0" lang="en" sz="2400" spc="-1" strike="noStrike">
                <a:solidFill>
                  <a:schemeClr val="dk1"/>
                </a:solidFill>
                <a:latin typeface="Arial"/>
                <a:ea typeface="Arial"/>
              </a:rPr>
              <a:t>.</a:t>
            </a:r>
            <a:endParaRPr b="0" lang="en-PH" sz="2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subTitle"/>
          </p:nvPr>
        </p:nvSpPr>
        <p:spPr>
          <a:xfrm>
            <a:off x="881640" y="718920"/>
            <a:ext cx="10458720" cy="5552640"/>
          </a:xfrm>
          <a:prstGeom prst="rect">
            <a:avLst/>
          </a:prstGeom>
          <a:noFill/>
          <a:ln w="0">
            <a:noFill/>
          </a:ln>
        </p:spPr>
        <p:txBody>
          <a:bodyPr lIns="91440" rIns="91440" tIns="45720" bIns="45720" anchor="t">
            <a:noAutofit/>
          </a:bodyPr>
          <a:p>
            <a:pPr defTabSz="914400">
              <a:lnSpc>
                <a:spcPct val="90000"/>
              </a:lnSpc>
              <a:spcBef>
                <a:spcPts val="1001"/>
              </a:spcBef>
              <a:tabLst>
                <a:tab algn="l" pos="0"/>
              </a:tabLst>
            </a:pPr>
            <a:r>
              <a:rPr b="1" lang="en-PH" sz="3600" spc="-1" strike="noStrike">
                <a:solidFill>
                  <a:srgbClr val="000000"/>
                </a:solidFill>
                <a:latin typeface="Times New Roman"/>
                <a:ea typeface="Times New Roman"/>
              </a:rPr>
              <a:t>15. Which of the following situations best demonstrates that the requirements are ready to be finalized?</a:t>
            </a:r>
            <a:endParaRPr b="0" lang="en-PH" sz="3600" spc="-1" strike="noStrike">
              <a:solidFill>
                <a:srgbClr val="000000"/>
              </a:solidFill>
              <a:latin typeface="Arial"/>
            </a:endParaRPr>
          </a:p>
          <a:p>
            <a:pPr defTabSz="914400">
              <a:lnSpc>
                <a:spcPct val="90000"/>
              </a:lnSpc>
              <a:spcBef>
                <a:spcPts val="1001"/>
              </a:spcBef>
              <a:tabLst>
                <a:tab algn="l" pos="0"/>
              </a:tabLst>
            </a:pPr>
            <a:endParaRPr b="0" lang="en-PH" sz="2800" spc="-1" strike="noStrike">
              <a:solidFill>
                <a:srgbClr val="000000"/>
              </a:solidFill>
              <a:latin typeface="Arial"/>
            </a:endParaRPr>
          </a:p>
          <a:p>
            <a:pPr defTabSz="914400">
              <a:lnSpc>
                <a:spcPct val="90000"/>
              </a:lnSpc>
              <a:spcBef>
                <a:spcPts val="1001"/>
              </a:spcBef>
              <a:tabLst>
                <a:tab algn="l" pos="0"/>
              </a:tabLst>
            </a:pPr>
            <a:r>
              <a:rPr b="0" lang="en-PH" sz="2800" spc="-1" strike="noStrike">
                <a:solidFill>
                  <a:srgbClr val="000000"/>
                </a:solidFill>
                <a:latin typeface="Times New Roman"/>
                <a:ea typeface="Times New Roman"/>
              </a:rPr>
              <a:t>A. The development team has completed coding.</a:t>
            </a:r>
            <a:br>
              <a:rPr sz="2800"/>
            </a:br>
            <a:r>
              <a:rPr b="0" lang="en-PH" sz="2800" spc="-1" strike="noStrike">
                <a:solidFill>
                  <a:srgbClr val="000000"/>
                </a:solidFill>
                <a:latin typeface="Times New Roman"/>
                <a:ea typeface="Times New Roman"/>
              </a:rPr>
              <a:t> B. A prototype has been built, but users have not reviewed it.</a:t>
            </a:r>
            <a:br>
              <a:rPr sz="2800"/>
            </a:br>
            <a:r>
              <a:rPr b="0" lang="en-PH" sz="2800" spc="-1" strike="noStrike">
                <a:solidFill>
                  <a:srgbClr val="000000"/>
                </a:solidFill>
                <a:latin typeface="Times New Roman"/>
                <a:ea typeface="Times New Roman"/>
              </a:rPr>
              <a:t> C. Only one stakeholder has approved the requirements.</a:t>
            </a:r>
            <a:br>
              <a:rPr sz="2800"/>
            </a:br>
            <a:r>
              <a:rPr b="0" lang="en-PH" sz="2800" spc="-1" strike="noStrike">
                <a:solidFill>
                  <a:srgbClr val="000000"/>
                </a:solidFill>
                <a:latin typeface="Times New Roman"/>
                <a:ea typeface="Times New Roman"/>
              </a:rPr>
              <a:t> D. The inconsistencies have been resolved, models have been reviewed, and stakeholders agree on the documented requirements.</a:t>
            </a:r>
            <a:endParaRPr b="0" lang="en-PH"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0" name=""/>
          <p:cNvGraphicFramePr/>
          <p:nvPr/>
        </p:nvGraphicFramePr>
        <p:xfrm>
          <a:off x="1676520" y="121680"/>
          <a:ext cx="3183120" cy="6538320"/>
        </p:xfrm>
        <a:graphic>
          <a:graphicData uri="http://schemas.openxmlformats.org/drawingml/2006/table">
            <a:tbl>
              <a:tblPr/>
              <a:tblGrid>
                <a:gridCol w="1223280"/>
                <a:gridCol w="1960200"/>
              </a:tblGrid>
              <a:tr h="726480">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Item</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Answer</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2</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3</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B</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4</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B</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5</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6</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7</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72648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8</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graphicFrame>
        <p:nvGraphicFramePr>
          <p:cNvPr id="71" name=""/>
          <p:cNvGraphicFramePr/>
          <p:nvPr/>
        </p:nvGraphicFramePr>
        <p:xfrm>
          <a:off x="6408360" y="144360"/>
          <a:ext cx="3131280" cy="4535640"/>
        </p:xfrm>
        <a:graphic>
          <a:graphicData uri="http://schemas.openxmlformats.org/drawingml/2006/table">
            <a:tbl>
              <a:tblPr/>
              <a:tblGrid>
                <a:gridCol w="1203480"/>
                <a:gridCol w="1928160"/>
              </a:tblGrid>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9</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10</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C</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11</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A</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12</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13</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469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14</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B</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654120">
                <a:tc>
                  <a:txBody>
                    <a:bodyPr lIns="9360" rIns="9360" anchor="ctr">
                      <a:noAutofit/>
                    </a:bodyPr>
                    <a:p>
                      <a:pPr algn="ctr" defTabSz="914400">
                        <a:lnSpc>
                          <a:spcPct val="100000"/>
                        </a:lnSpc>
                      </a:pPr>
                      <a:r>
                        <a:rPr b="0" lang="en-US" sz="1200" spc="-1" strike="noStrike">
                          <a:solidFill>
                            <a:srgbClr val="000000"/>
                          </a:solidFill>
                          <a:latin typeface="Times New Roman"/>
                          <a:ea typeface="Times New Roman"/>
                        </a:rPr>
                        <a:t>15</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9360" rIns="9360" anchor="ctr">
                      <a:noAutofit/>
                    </a:bodyPr>
                    <a:p>
                      <a:pPr algn="ctr" defTabSz="914400">
                        <a:lnSpc>
                          <a:spcPct val="100000"/>
                        </a:lnSpc>
                      </a:pPr>
                      <a:r>
                        <a:rPr b="1" lang="en-US" sz="1200" spc="-1" strike="noStrike">
                          <a:solidFill>
                            <a:srgbClr val="000000"/>
                          </a:solidFill>
                          <a:latin typeface="Times New Roman"/>
                          <a:ea typeface="Times New Roman"/>
                        </a:rPr>
                        <a:t>D</a:t>
                      </a:r>
                      <a:endParaRPr b="0" lang="en-PH" sz="1200" spc="-1" strike="noStrike">
                        <a:solidFill>
                          <a:srgbClr val="000000"/>
                        </a:solidFill>
                        <a:latin typeface="Arial"/>
                      </a:endParaRPr>
                    </a:p>
                  </a:txBody>
                  <a:tcPr anchor="ctr" marL="9360" marR="936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bl>
          </a:graphicData>
        </a:graphic>
      </p:graphicFrame>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4.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5.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8.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9.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0.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1.xml><?xml version="1.0" encoding="utf-8"?>
<a:theme xmlns:a="http://schemas.openxmlformats.org/drawingml/2006/main" xmlns:r="http://schemas.openxmlformats.org/officeDocument/2006/relationships" name="Office Theme">
  <a:themeElements>
    <a:clrScheme name="New 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Arial" pitchFamily="0" charset="1"/>
        <a:ea typeface="Arial" pitchFamily="0" charset="1"/>
        <a:cs typeface="Arial" pitchFamily="0" charset="1"/>
      </a:majorFont>
      <a:minorFont>
        <a:latin typeface="Arial" pitchFamily="0" charset="1"/>
        <a:ea typeface="Arial"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Template>
  <TotalTime>4</TotalTime>
  <Application>LibreOffice/24.2.7.2$Linux_X86_64 LibreOffice_project/420$Build-2</Application>
  <AppVersion>15.0000</AppVers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en-PH</dc:language>
  <cp:lastModifiedBy/>
  <dcterms:modified xsi:type="dcterms:W3CDTF">2026-07-20T13:01:13Z</dcterms:modified>
  <cp:revision>9</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MClips">
    <vt:i4>2</vt:i4>
  </property>
  <property fmtid="{D5CDD505-2E9C-101B-9397-08002B2CF9AE}" pid="3" name="Notes">
    <vt:i4>16</vt:i4>
  </property>
  <property fmtid="{D5CDD505-2E9C-101B-9397-08002B2CF9AE}" pid="4" name="PresentationFormat">
    <vt:lpwstr>On-screen Show (4:3)</vt:lpwstr>
  </property>
  <property fmtid="{D5CDD505-2E9C-101B-9397-08002B2CF9AE}" pid="5" name="Slides">
    <vt:i4>16</vt:i4>
  </property>
</Properties>
</file>