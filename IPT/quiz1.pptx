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2959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290013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805877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4533124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42093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534837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2379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0456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481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7448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1784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934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BAAE8B-CA97-3E80-9B3D-857AD5479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3159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217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E0634-1074-E8DA-F558-44D76B9BFD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632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5171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2040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88095D-BD2D-8E1B-E546-19C0A6247A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25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2477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0287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B7F571-6F9C-1BC7-DE08-39C34914B51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36165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157736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03543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66738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6720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178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48811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45907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08803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32596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19794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54322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73692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57739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76548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2886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26453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79435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30156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170610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7585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93157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75805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959980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262295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377439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551068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037394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01031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4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651601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732516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683156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14611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611223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06521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98605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902855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14433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59261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254759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85428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38939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337142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594794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53774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21327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3268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2665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866290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71159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88194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85018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36387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68867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01156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55292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08238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74836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9630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80683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684861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88210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86531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63561" y="664952"/>
            <a:ext cx="10531414" cy="57509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company notices that its website loads slowly whenever many users access it at the same time. After investigating, the developer finds that all processing and database operations occur on a single server.</a:t>
            </a:r>
            <a:endParaRPr sz="9000"/>
          </a:p>
          <a:p>
            <a:pPr algn="l"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solution would best improve the system's performance?</a:t>
            </a:r>
            <a:endParaRPr sz="2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endParaRPr lang="en-US"/>
          </a:p>
          <a:p>
            <a:pPr algn="l"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 Increase the size of the website's images.</a:t>
            </a:r>
            <a:b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 Separate the application server from the database server using a multi-tier architecture.</a:t>
            </a:r>
            <a:b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C. Remove the database and store all data in HTML files.</a:t>
            </a:r>
            <a:b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D. Disable user authentication.</a:t>
            </a:r>
            <a:endParaRPr sz="2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46399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935447" y="664952"/>
            <a:ext cx="10558372" cy="5355565"/>
          </a:xfrm>
        </p:spPr>
        <p:txBody>
          <a:bodyPr/>
          <a:lstStyle/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startup is deciding between a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static website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a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dynamic website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an online shopping platform.</a:t>
            </a:r>
            <a:endParaRPr sz="2400"/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option is the most appropriate?</a:t>
            </a: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 Static website because products rarely change.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 Dynamic website because users need personalized accounts, shopping carts, and inventory updates.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C. Static website because it requires more server processing.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D. Either option works equally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well.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48899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664952"/>
            <a:ext cx="9144000" cy="5355565"/>
          </a:xfrm>
        </p:spPr>
        <p:txBody>
          <a:bodyPr/>
          <a:lstStyle/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university wants to launch an online enrollment system that is secure, scalable, and accessible to thousands of students simultaneously.</a:t>
            </a:r>
            <a:endParaRPr sz="2400"/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proposed solution best meets these requirements?</a:t>
            </a:r>
            <a:endParaRPr sz="2400"/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 Use a single computer to host the website and database.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 Develop a three-tier architecture with separate client, application, and database layers and implement secure authentication.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C. Store all student records in spreadsheets shared through email.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D. Build the website without a database to improve speed.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96836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791674" y="664952"/>
            <a:ext cx="10432570" cy="557122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Two developers propose different web architectures:</a:t>
            </a:r>
            <a:endParaRPr sz="2400"/>
          </a:p>
          <a:p>
            <a:pPr algn="l"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Developer A: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All application logic and database are stored on one server. </a:t>
            </a:r>
            <a:endParaRPr sz="2400"/>
          </a:p>
          <a:p>
            <a:pPr algn="l"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Developer B: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application server and database server are separated, with load balancing for user requests. </a:t>
            </a:r>
            <a:endParaRPr sz="2400"/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proposal is more suitable for a growing business, and why?</a:t>
            </a:r>
            <a:endParaRPr sz="2400"/>
          </a:p>
          <a:p>
            <a:pPr algn="l">
              <a:defRPr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 Developer A because it is easier to manage.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 Developer B because it improves scalability, performance, and reliability.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C. Both are equally suitable.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D. Neither proposal is appropriate.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52947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664952"/>
            <a:ext cx="9144000" cy="5355565"/>
          </a:xfrm>
        </p:spPr>
        <p:txBody>
          <a:bodyPr/>
          <a:lstStyle/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e-commerce website experiences frequent data breaches because sensitive customer information is directly accessible from the client side.</a:t>
            </a:r>
            <a:endParaRPr sz="2400"/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architectural improvement should be implemented?</a:t>
            </a: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 Store all customer information in browser cookies.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 Move sensitive processing and data storage to the server side with proper authentication and database security.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C. Remove the login system.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D. Save customer information in JavaScript files.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2026-07-01T07:13:23Z</dcterms:modified>
</cp:coreProperties>
</file>