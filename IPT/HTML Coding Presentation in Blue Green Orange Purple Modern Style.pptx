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3.svg" ContentType="image/sv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8644F5-0846-4B13-847F-498414D737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976208-81EF-4C1B-8F2E-70E4F78407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5FCA0C5-71D0-4380-AEFF-30A946177D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89F813C-6CF6-4166-8A86-90853334FB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FD2F0AB-5BF1-4411-BD0E-92E4957E5B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E4B5826-39B4-4404-BFB7-528C8FFED5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44BEF31-8D2D-4EE0-BA85-BB448E374D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A2D7483-D087-4EB7-B802-D608ECEC8B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E466A56-6718-4277-85FC-3B7B472CC9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567C3AA-F780-469D-9887-01C94CA8BB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CC15A68-55BB-4CC5-8AA4-7FF3922AEB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E51AC7-E57B-4911-AC24-B34D1CEAB8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BA11C6-70C8-43FE-B587-C2BEA4902A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D26CDD-A75A-4BC5-8E7E-4C276F4C74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6E6B22-A75C-4DC8-AC17-A94CF85DC8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5D02C0-4AC7-4BF3-8ED0-FE17B92406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D5B0A6-3127-4E7D-9D03-569007BDDC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5A0B1C-4A63-463D-81E5-D90B92A6E1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10A9F3-03EB-499E-A437-F4C8578E4F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E0D3F-2E7E-4895-8DE0-505B545C3D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AA1F13-99D2-411A-B2EA-090D5EC70F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8424F0-34A4-4677-8B69-AE42DF0545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Freeform 3"/>
          <p:cNvSpPr/>
          <p:nvPr/>
        </p:nvSpPr>
        <p:spPr>
          <a:xfrm>
            <a:off x="4772880" y="4223520"/>
            <a:ext cx="8741880" cy="2940120"/>
          </a:xfrm>
          <a:custGeom>
            <a:avLst/>
            <a:gdLst>
              <a:gd name="textAreaLeft" fmla="*/ 0 w 8741880"/>
              <a:gd name="textAreaRight" fmla="*/ 8742240 w 8741880"/>
              <a:gd name="textAreaTop" fmla="*/ 0 h 2940120"/>
              <a:gd name="textAreaBottom" fmla="*/ 2940480 h 2940120"/>
            </a:gdLst>
            <a:ahLst/>
            <a:rect l="textAreaLeft" t="textAreaTop" r="textAreaRight" b="textAreaBottom"/>
            <a:pathLst>
              <a:path w="8742251" h="2940575">
                <a:moveTo>
                  <a:pt x="0" y="0"/>
                </a:moveTo>
                <a:lnTo>
                  <a:pt x="8742252" y="0"/>
                </a:lnTo>
                <a:lnTo>
                  <a:pt x="8742252" y="2940576"/>
                </a:lnTo>
                <a:lnTo>
                  <a:pt x="0" y="29405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" name="Group 4"/>
          <p:cNvGrpSpPr/>
          <p:nvPr/>
        </p:nvGrpSpPr>
        <p:grpSpPr>
          <a:xfrm>
            <a:off x="9372240" y="1756440"/>
            <a:ext cx="3357000" cy="724320"/>
            <a:chOff x="9372240" y="1756440"/>
            <a:chExt cx="3357000" cy="724320"/>
          </a:xfrm>
        </p:grpSpPr>
        <p:sp>
          <p:nvSpPr>
            <p:cNvPr id="70" name="Freeform 5"/>
            <p:cNvSpPr/>
            <p:nvPr/>
          </p:nvSpPr>
          <p:spPr>
            <a:xfrm>
              <a:off x="9372240" y="1901160"/>
              <a:ext cx="3357000" cy="579600"/>
            </a:xfrm>
            <a:custGeom>
              <a:avLst/>
              <a:gdLst>
                <a:gd name="textAreaLeft" fmla="*/ 0 w 3357000"/>
                <a:gd name="textAreaRight" fmla="*/ 3357360 w 3357000"/>
                <a:gd name="textAreaTop" fmla="*/ 0 h 579600"/>
                <a:gd name="textAreaBottom" fmla="*/ 579960 h 579600"/>
              </a:gdLst>
              <a:ahLst/>
              <a:rect l="textAreaLeft" t="textAreaTop" r="textAreaRight" b="textAreaBottom"/>
              <a:pathLst>
                <a:path w="884222" h="152741">
                  <a:moveTo>
                    <a:pt x="0" y="0"/>
                  </a:moveTo>
                  <a:lnTo>
                    <a:pt x="884222" y="0"/>
                  </a:lnTo>
                  <a:lnTo>
                    <a:pt x="884222" y="152741"/>
                  </a:lnTo>
                  <a:lnTo>
                    <a:pt x="0" y="152741"/>
                  </a:lnTo>
                  <a:close/>
                </a:path>
              </a:pathLst>
            </a:custGeom>
            <a:solidFill>
              <a:srgbClr val="f165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" name="TextBox 6"/>
            <p:cNvSpPr/>
            <p:nvPr/>
          </p:nvSpPr>
          <p:spPr>
            <a:xfrm>
              <a:off x="9372240" y="1756440"/>
              <a:ext cx="3357000" cy="72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2" name="TextBox 7"/>
          <p:cNvSpPr/>
          <p:nvPr/>
        </p:nvSpPr>
        <p:spPr>
          <a:xfrm>
            <a:off x="5442120" y="1845000"/>
            <a:ext cx="715356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759"/>
              </a:lnSpc>
            </a:pPr>
            <a:r>
              <a:rPr b="1" lang="en-US" sz="3400" spc="463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EMPOWERMENT TECHNOLOGY</a:t>
            </a:r>
            <a:endParaRPr b="0" lang="en-PH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4569120" y="1713600"/>
            <a:ext cx="741600" cy="12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958"/>
              </a:lnSpc>
            </a:pPr>
            <a:r>
              <a:rPr b="1" lang="en-US" sz="3540" spc="-1" strike="noStrike">
                <a:solidFill>
                  <a:srgbClr val="ffffff"/>
                </a:solidFill>
                <a:latin typeface="Consolas Bold"/>
                <a:ea typeface="Consolas Bold"/>
              </a:rPr>
              <a:t>&lt;p&gt;</a:t>
            </a:r>
            <a:endParaRPr b="0" lang="en-PH" sz="3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12729600" y="1777320"/>
            <a:ext cx="9889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958"/>
              </a:lnSpc>
            </a:pPr>
            <a:r>
              <a:rPr b="1" lang="en-US" sz="3540" spc="-1" strike="noStrike">
                <a:solidFill>
                  <a:srgbClr val="ffffff"/>
                </a:solidFill>
                <a:latin typeface="Consolas Bold"/>
                <a:ea typeface="Consolas Bold"/>
              </a:rPr>
              <a:t>&lt;/p&gt;</a:t>
            </a:r>
            <a:endParaRPr b="0" lang="en-PH" sz="3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6970320" y="8117640"/>
            <a:ext cx="43473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63"/>
              </a:lnSpc>
            </a:pPr>
            <a:r>
              <a:rPr b="0" lang="en-US" sz="2830" spc="-1" strike="noStrike">
                <a:solidFill>
                  <a:srgbClr val="ffffff"/>
                </a:solidFill>
                <a:latin typeface="Consolas"/>
                <a:ea typeface="Consolas"/>
              </a:rPr>
              <a:t>&lt;p&gt; albert canlas &lt;/p&gt;</a:t>
            </a:r>
            <a:endParaRPr b="0" lang="en-PH" sz="2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6930360" y="3414960"/>
            <a:ext cx="442692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759"/>
              </a:lnSpc>
            </a:pPr>
            <a:r>
              <a:rPr b="1" lang="en-US" sz="3400" spc="463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INTRODUCTION TO</a:t>
            </a:r>
            <a:endParaRPr b="0" lang="en-PH" sz="3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2"/>
          <p:cNvGrpSpPr/>
          <p:nvPr/>
        </p:nvGrpSpPr>
        <p:grpSpPr>
          <a:xfrm>
            <a:off x="0" y="-144720"/>
            <a:ext cx="5145840" cy="10750680"/>
            <a:chOff x="0" y="-144720"/>
            <a:chExt cx="5145840" cy="10750680"/>
          </a:xfrm>
        </p:grpSpPr>
        <p:sp>
          <p:nvSpPr>
            <p:cNvPr id="78" name="Freeform 3"/>
            <p:cNvSpPr/>
            <p:nvPr/>
          </p:nvSpPr>
          <p:spPr>
            <a:xfrm>
              <a:off x="0" y="0"/>
              <a:ext cx="5145840" cy="1060596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605960"/>
                <a:gd name="textAreaBottom" fmla="*/ 10606320 h 10605960"/>
              </a:gdLst>
              <a:ahLst/>
              <a:rect l="textAreaLeft" t="textAreaTop" r="textAreaRight" b="textAreaBottom"/>
              <a:pathLst>
                <a:path w="1355362" h="2793474">
                  <a:moveTo>
                    <a:pt x="0" y="0"/>
                  </a:moveTo>
                  <a:lnTo>
                    <a:pt x="1355362" y="0"/>
                  </a:lnTo>
                  <a:lnTo>
                    <a:pt x="1355362" y="2793474"/>
                  </a:lnTo>
                  <a:lnTo>
                    <a:pt x="0" y="2793474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" name="TextBox 4"/>
            <p:cNvSpPr/>
            <p:nvPr/>
          </p:nvSpPr>
          <p:spPr>
            <a:xfrm>
              <a:off x="0" y="-144720"/>
              <a:ext cx="5145840" cy="1075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0" name="Group 5"/>
          <p:cNvGrpSpPr/>
          <p:nvPr/>
        </p:nvGrpSpPr>
        <p:grpSpPr>
          <a:xfrm>
            <a:off x="9134640" y="1703880"/>
            <a:ext cx="2246040" cy="999720"/>
            <a:chOff x="9134640" y="1703880"/>
            <a:chExt cx="2246040" cy="999720"/>
          </a:xfrm>
        </p:grpSpPr>
        <p:sp>
          <p:nvSpPr>
            <p:cNvPr id="81" name="Freeform 6"/>
            <p:cNvSpPr/>
            <p:nvPr/>
          </p:nvSpPr>
          <p:spPr>
            <a:xfrm>
              <a:off x="9134640" y="1848240"/>
              <a:ext cx="2246040" cy="855000"/>
            </a:xfrm>
            <a:custGeom>
              <a:avLst/>
              <a:gdLst>
                <a:gd name="textAreaLeft" fmla="*/ 0 w 2246040"/>
                <a:gd name="textAreaRight" fmla="*/ 2246400 w 224604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591628" h="225313">
                  <a:moveTo>
                    <a:pt x="0" y="0"/>
                  </a:moveTo>
                  <a:lnTo>
                    <a:pt x="591628" y="0"/>
                  </a:lnTo>
                  <a:lnTo>
                    <a:pt x="591628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" name="TextBox 7"/>
            <p:cNvSpPr/>
            <p:nvPr/>
          </p:nvSpPr>
          <p:spPr>
            <a:xfrm>
              <a:off x="9134640" y="1703880"/>
              <a:ext cx="224604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3" name="Group 8"/>
          <p:cNvGrpSpPr/>
          <p:nvPr/>
        </p:nvGrpSpPr>
        <p:grpSpPr>
          <a:xfrm>
            <a:off x="9528480" y="3521880"/>
            <a:ext cx="6670440" cy="923760"/>
            <a:chOff x="9528480" y="3521880"/>
            <a:chExt cx="6670440" cy="923760"/>
          </a:xfrm>
        </p:grpSpPr>
        <p:sp>
          <p:nvSpPr>
            <p:cNvPr id="84" name="Freeform 9"/>
            <p:cNvSpPr/>
            <p:nvPr/>
          </p:nvSpPr>
          <p:spPr>
            <a:xfrm>
              <a:off x="10028520" y="3680280"/>
              <a:ext cx="6170400" cy="765360"/>
            </a:xfrm>
            <a:custGeom>
              <a:avLst/>
              <a:gdLst>
                <a:gd name="textAreaLeft" fmla="*/ 0 w 6170400"/>
                <a:gd name="textAreaRight" fmla="*/ 6170760 w 6170400"/>
                <a:gd name="textAreaTop" fmla="*/ 0 h 765360"/>
                <a:gd name="textAreaBottom" fmla="*/ 765720 h 765360"/>
              </a:gdLst>
              <a:ahLst/>
              <a:rect l="textAreaLeft" t="textAreaTop" r="textAreaRight" b="textAreaBottom"/>
              <a:pathLst>
                <a:path w="1625183" h="201687">
                  <a:moveTo>
                    <a:pt x="0" y="0"/>
                  </a:moveTo>
                  <a:lnTo>
                    <a:pt x="1625183" y="0"/>
                  </a:lnTo>
                  <a:lnTo>
                    <a:pt x="1625183" y="201687"/>
                  </a:lnTo>
                  <a:lnTo>
                    <a:pt x="0" y="201687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" name="TextBox 10"/>
            <p:cNvSpPr/>
            <p:nvPr/>
          </p:nvSpPr>
          <p:spPr>
            <a:xfrm>
              <a:off x="9528480" y="3521880"/>
              <a:ext cx="6170400" cy="91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6" name="TextBox 11"/>
          <p:cNvSpPr/>
          <p:nvPr/>
        </p:nvSpPr>
        <p:spPr>
          <a:xfrm>
            <a:off x="5792040" y="3660840"/>
            <a:ext cx="11968920" cy="36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34"/>
              </a:lnSpc>
            </a:pPr>
            <a:r>
              <a:rPr b="1" lang="en-US" sz="3380" spc="-1" strike="noStrike">
                <a:solidFill>
                  <a:srgbClr val="ffffff"/>
                </a:solidFill>
                <a:latin typeface="Consolas Bold"/>
                <a:ea typeface="Consolas Bold"/>
              </a:rPr>
              <a:t>HTML </a:t>
            </a:r>
            <a:r>
              <a:rPr b="0" lang="en-US" sz="3380" spc="-1" strike="noStrike">
                <a:solidFill>
                  <a:srgbClr val="ffffff"/>
                </a:solidFill>
                <a:latin typeface="Consolas"/>
                <a:ea typeface="Consolas"/>
              </a:rPr>
              <a:t>stands for </a:t>
            </a:r>
            <a:r>
              <a:rPr b="1" lang="en-US" sz="3380" spc="-1" strike="noStrike">
                <a:solidFill>
                  <a:srgbClr val="ffffff"/>
                </a:solidFill>
                <a:latin typeface="Consolas Bold"/>
                <a:ea typeface="Consolas Bold"/>
              </a:rPr>
              <a:t>Hyper Text Markup Language</a:t>
            </a:r>
            <a:r>
              <a:rPr b="0" lang="en-US" sz="3380" spc="-1" strike="noStrike">
                <a:solidFill>
                  <a:srgbClr val="ffffff"/>
                </a:solidFill>
                <a:latin typeface="Consolas"/>
                <a:ea typeface="Consolas"/>
              </a:rPr>
              <a:t>.</a:t>
            </a:r>
            <a:endParaRPr b="0" lang="en-PH" sz="33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734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734"/>
              </a:lnSpc>
            </a:pPr>
            <a:r>
              <a:rPr b="1" lang="en-US" sz="3380" spc="-1" strike="noStrike">
                <a:solidFill>
                  <a:srgbClr val="ffffff"/>
                </a:solidFill>
                <a:latin typeface="Consolas Bold"/>
                <a:ea typeface="Consolas Bold"/>
              </a:rPr>
              <a:t>HTML </a:t>
            </a:r>
            <a:r>
              <a:rPr b="0" lang="en-US" sz="3380" spc="-1" strike="noStrike">
                <a:solidFill>
                  <a:srgbClr val="ffffff"/>
                </a:solidFill>
                <a:latin typeface="Consolas"/>
                <a:ea typeface="Consolas"/>
              </a:rPr>
              <a:t>is the standard markup language for creating Web pages.</a:t>
            </a:r>
            <a:endParaRPr b="0" lang="en-PH" sz="33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734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734"/>
              </a:lnSpc>
            </a:pPr>
            <a:r>
              <a:rPr b="0" lang="en-US" sz="3380" spc="-1" strike="noStrike">
                <a:solidFill>
                  <a:srgbClr val="ffffff"/>
                </a:solidFill>
                <a:latin typeface="Consolas"/>
                <a:ea typeface="Consolas"/>
              </a:rPr>
              <a:t>HTML describes the structure of a Web page.</a:t>
            </a:r>
            <a:endParaRPr b="0" lang="en-PH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Freeform 12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8" name="Group 13"/>
          <p:cNvGrpSpPr/>
          <p:nvPr/>
        </p:nvGrpSpPr>
        <p:grpSpPr>
          <a:xfrm>
            <a:off x="5330160" y="3910320"/>
            <a:ext cx="277920" cy="277920"/>
            <a:chOff x="5330160" y="3910320"/>
            <a:chExt cx="277920" cy="277920"/>
          </a:xfrm>
        </p:grpSpPr>
        <p:sp>
          <p:nvSpPr>
            <p:cNvPr id="89" name="Freeform 14"/>
            <p:cNvSpPr/>
            <p:nvPr/>
          </p:nvSpPr>
          <p:spPr>
            <a:xfrm>
              <a:off x="5330160" y="39103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TextBox 15"/>
            <p:cNvSpPr/>
            <p:nvPr/>
          </p:nvSpPr>
          <p:spPr>
            <a:xfrm>
              <a:off x="5356080" y="39232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1" name="Group 16"/>
          <p:cNvGrpSpPr/>
          <p:nvPr/>
        </p:nvGrpSpPr>
        <p:grpSpPr>
          <a:xfrm>
            <a:off x="5330160" y="5097600"/>
            <a:ext cx="277920" cy="277920"/>
            <a:chOff x="5330160" y="5097600"/>
            <a:chExt cx="277920" cy="277920"/>
          </a:xfrm>
        </p:grpSpPr>
        <p:sp>
          <p:nvSpPr>
            <p:cNvPr id="92" name="Freeform 17"/>
            <p:cNvSpPr/>
            <p:nvPr/>
          </p:nvSpPr>
          <p:spPr>
            <a:xfrm>
              <a:off x="5330160" y="50976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" name="TextBox 18"/>
            <p:cNvSpPr/>
            <p:nvPr/>
          </p:nvSpPr>
          <p:spPr>
            <a:xfrm>
              <a:off x="5356080" y="511056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4" name="Group 19"/>
          <p:cNvGrpSpPr/>
          <p:nvPr/>
        </p:nvGrpSpPr>
        <p:grpSpPr>
          <a:xfrm>
            <a:off x="5330160" y="6928560"/>
            <a:ext cx="277920" cy="277920"/>
            <a:chOff x="5330160" y="6928560"/>
            <a:chExt cx="277920" cy="277920"/>
          </a:xfrm>
        </p:grpSpPr>
        <p:sp>
          <p:nvSpPr>
            <p:cNvPr id="95" name="Freeform 20"/>
            <p:cNvSpPr/>
            <p:nvPr/>
          </p:nvSpPr>
          <p:spPr>
            <a:xfrm>
              <a:off x="5330160" y="69285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" name="TextBox 21"/>
            <p:cNvSpPr/>
            <p:nvPr/>
          </p:nvSpPr>
          <p:spPr>
            <a:xfrm>
              <a:off x="5356080" y="69415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7" name="TextBox 22"/>
          <p:cNvSpPr/>
          <p:nvPr/>
        </p:nvSpPr>
        <p:spPr>
          <a:xfrm>
            <a:off x="5792040" y="1753200"/>
            <a:ext cx="599004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WHAT IS HTML?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9" name="Group 24"/>
          <p:cNvGrpSpPr/>
          <p:nvPr/>
        </p:nvGrpSpPr>
        <p:grpSpPr>
          <a:xfrm>
            <a:off x="914400" y="2140920"/>
            <a:ext cx="1869840" cy="517320"/>
            <a:chOff x="914400" y="2140920"/>
            <a:chExt cx="1869840" cy="517320"/>
          </a:xfrm>
        </p:grpSpPr>
        <p:sp>
          <p:nvSpPr>
            <p:cNvPr id="100" name="Freeform 25"/>
            <p:cNvSpPr/>
            <p:nvPr/>
          </p:nvSpPr>
          <p:spPr>
            <a:xfrm>
              <a:off x="914400" y="2285640"/>
              <a:ext cx="1869840" cy="372600"/>
            </a:xfrm>
            <a:custGeom>
              <a:avLst/>
              <a:gdLst>
                <a:gd name="textAreaLeft" fmla="*/ 0 w 1869840"/>
                <a:gd name="textAreaRight" fmla="*/ 1870200 w 186984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492560" h="98261">
                  <a:moveTo>
                    <a:pt x="0" y="0"/>
                  </a:moveTo>
                  <a:lnTo>
                    <a:pt x="492560" y="0"/>
                  </a:lnTo>
                  <a:lnTo>
                    <a:pt x="492560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TextBox 26"/>
            <p:cNvSpPr/>
            <p:nvPr/>
          </p:nvSpPr>
          <p:spPr>
            <a:xfrm>
              <a:off x="914400" y="2140920"/>
              <a:ext cx="186984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2" name="TextBox 27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Freeform 2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2"/>
          <p:cNvGrpSpPr/>
          <p:nvPr/>
        </p:nvGrpSpPr>
        <p:grpSpPr>
          <a:xfrm>
            <a:off x="0" y="-144720"/>
            <a:ext cx="5145840" cy="10857240"/>
            <a:chOff x="0" y="-144720"/>
            <a:chExt cx="5145840" cy="10857240"/>
          </a:xfrm>
        </p:grpSpPr>
        <p:sp>
          <p:nvSpPr>
            <p:cNvPr id="105" name="Freeform 3"/>
            <p:cNvSpPr/>
            <p:nvPr/>
          </p:nvSpPr>
          <p:spPr>
            <a:xfrm>
              <a:off x="0" y="0"/>
              <a:ext cx="5145840" cy="1071252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1355362" h="2821521">
                  <a:moveTo>
                    <a:pt x="0" y="0"/>
                  </a:moveTo>
                  <a:lnTo>
                    <a:pt x="1355362" y="0"/>
                  </a:lnTo>
                  <a:lnTo>
                    <a:pt x="1355362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TextBox 4"/>
            <p:cNvSpPr/>
            <p:nvPr/>
          </p:nvSpPr>
          <p:spPr>
            <a:xfrm>
              <a:off x="0" y="-144720"/>
              <a:ext cx="514584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7" name="Group 5"/>
          <p:cNvGrpSpPr/>
          <p:nvPr/>
        </p:nvGrpSpPr>
        <p:grpSpPr>
          <a:xfrm>
            <a:off x="9134640" y="1703880"/>
            <a:ext cx="2246040" cy="999720"/>
            <a:chOff x="9134640" y="1703880"/>
            <a:chExt cx="2246040" cy="999720"/>
          </a:xfrm>
        </p:grpSpPr>
        <p:sp>
          <p:nvSpPr>
            <p:cNvPr id="108" name="Freeform 6"/>
            <p:cNvSpPr/>
            <p:nvPr/>
          </p:nvSpPr>
          <p:spPr>
            <a:xfrm>
              <a:off x="9134640" y="1848240"/>
              <a:ext cx="2246040" cy="855000"/>
            </a:xfrm>
            <a:custGeom>
              <a:avLst/>
              <a:gdLst>
                <a:gd name="textAreaLeft" fmla="*/ 0 w 2246040"/>
                <a:gd name="textAreaRight" fmla="*/ 2246400 w 224604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591628" h="225313">
                  <a:moveTo>
                    <a:pt x="0" y="0"/>
                  </a:moveTo>
                  <a:lnTo>
                    <a:pt x="591628" y="0"/>
                  </a:lnTo>
                  <a:lnTo>
                    <a:pt x="591628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TextBox 7"/>
            <p:cNvSpPr/>
            <p:nvPr/>
          </p:nvSpPr>
          <p:spPr>
            <a:xfrm>
              <a:off x="9134640" y="1703880"/>
              <a:ext cx="224604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0" name="Group 8"/>
          <p:cNvGrpSpPr/>
          <p:nvPr/>
        </p:nvGrpSpPr>
        <p:grpSpPr>
          <a:xfrm>
            <a:off x="5792040" y="6944760"/>
            <a:ext cx="4465080" cy="688680"/>
            <a:chOff x="5792040" y="6944760"/>
            <a:chExt cx="4465080" cy="688680"/>
          </a:xfrm>
        </p:grpSpPr>
        <p:sp>
          <p:nvSpPr>
            <p:cNvPr id="111" name="Freeform 9"/>
            <p:cNvSpPr/>
            <p:nvPr/>
          </p:nvSpPr>
          <p:spPr>
            <a:xfrm>
              <a:off x="5792040" y="7089480"/>
              <a:ext cx="4465080" cy="543960"/>
            </a:xfrm>
            <a:custGeom>
              <a:avLst/>
              <a:gdLst>
                <a:gd name="textAreaLeft" fmla="*/ 0 w 4465080"/>
                <a:gd name="textAreaRight" fmla="*/ 4465440 w 4465080"/>
                <a:gd name="textAreaTop" fmla="*/ 0 h 543960"/>
                <a:gd name="textAreaBottom" fmla="*/ 544320 h 543960"/>
              </a:gdLst>
              <a:ahLst/>
              <a:rect l="textAreaLeft" t="textAreaTop" r="textAreaRight" b="textAreaBottom"/>
              <a:pathLst>
                <a:path w="1176100" h="143382">
                  <a:moveTo>
                    <a:pt x="0" y="0"/>
                  </a:moveTo>
                  <a:lnTo>
                    <a:pt x="1176100" y="0"/>
                  </a:lnTo>
                  <a:lnTo>
                    <a:pt x="1176100" y="143382"/>
                  </a:lnTo>
                  <a:lnTo>
                    <a:pt x="0" y="143382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" name="TextBox 10"/>
            <p:cNvSpPr/>
            <p:nvPr/>
          </p:nvSpPr>
          <p:spPr>
            <a:xfrm>
              <a:off x="5792040" y="6944760"/>
              <a:ext cx="4465080" cy="68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3" name="Group 11"/>
          <p:cNvGrpSpPr/>
          <p:nvPr/>
        </p:nvGrpSpPr>
        <p:grpSpPr>
          <a:xfrm>
            <a:off x="10729800" y="6944760"/>
            <a:ext cx="4969080" cy="688680"/>
            <a:chOff x="10729800" y="6944760"/>
            <a:chExt cx="4969080" cy="688680"/>
          </a:xfrm>
        </p:grpSpPr>
        <p:sp>
          <p:nvSpPr>
            <p:cNvPr id="114" name="Freeform 12"/>
            <p:cNvSpPr/>
            <p:nvPr/>
          </p:nvSpPr>
          <p:spPr>
            <a:xfrm>
              <a:off x="10729800" y="7089480"/>
              <a:ext cx="4969080" cy="543960"/>
            </a:xfrm>
            <a:custGeom>
              <a:avLst/>
              <a:gdLst>
                <a:gd name="textAreaLeft" fmla="*/ 0 w 4969080"/>
                <a:gd name="textAreaRight" fmla="*/ 4969440 w 4969080"/>
                <a:gd name="textAreaTop" fmla="*/ 0 h 543960"/>
                <a:gd name="textAreaBottom" fmla="*/ 544320 h 543960"/>
              </a:gdLst>
              <a:ahLst/>
              <a:rect l="textAreaLeft" t="textAreaTop" r="textAreaRight" b="textAreaBottom"/>
              <a:pathLst>
                <a:path w="1308836" h="143382">
                  <a:moveTo>
                    <a:pt x="0" y="0"/>
                  </a:moveTo>
                  <a:lnTo>
                    <a:pt x="1308836" y="0"/>
                  </a:lnTo>
                  <a:lnTo>
                    <a:pt x="1308836" y="143382"/>
                  </a:lnTo>
                  <a:lnTo>
                    <a:pt x="0" y="143382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" name="TextBox 13"/>
            <p:cNvSpPr/>
            <p:nvPr/>
          </p:nvSpPr>
          <p:spPr>
            <a:xfrm>
              <a:off x="10729800" y="6944760"/>
              <a:ext cx="4969080" cy="68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6" name="Group 14"/>
          <p:cNvGrpSpPr/>
          <p:nvPr/>
        </p:nvGrpSpPr>
        <p:grpSpPr>
          <a:xfrm>
            <a:off x="16085880" y="6944760"/>
            <a:ext cx="1342080" cy="688680"/>
            <a:chOff x="16085880" y="6944760"/>
            <a:chExt cx="1342080" cy="688680"/>
          </a:xfrm>
        </p:grpSpPr>
        <p:sp>
          <p:nvSpPr>
            <p:cNvPr id="117" name="Freeform 15"/>
            <p:cNvSpPr/>
            <p:nvPr/>
          </p:nvSpPr>
          <p:spPr>
            <a:xfrm>
              <a:off x="16085880" y="7089480"/>
              <a:ext cx="1342080" cy="543960"/>
            </a:xfrm>
            <a:custGeom>
              <a:avLst/>
              <a:gdLst>
                <a:gd name="textAreaLeft" fmla="*/ 0 w 1342080"/>
                <a:gd name="textAreaRight" fmla="*/ 1342440 w 1342080"/>
                <a:gd name="textAreaTop" fmla="*/ 0 h 543960"/>
                <a:gd name="textAreaBottom" fmla="*/ 544320 h 543960"/>
              </a:gdLst>
              <a:ahLst/>
              <a:rect l="textAreaLeft" t="textAreaTop" r="textAreaRight" b="textAreaBottom"/>
              <a:pathLst>
                <a:path w="353523" h="143382">
                  <a:moveTo>
                    <a:pt x="0" y="0"/>
                  </a:moveTo>
                  <a:lnTo>
                    <a:pt x="353523" y="0"/>
                  </a:lnTo>
                  <a:lnTo>
                    <a:pt x="353523" y="143382"/>
                  </a:lnTo>
                  <a:lnTo>
                    <a:pt x="0" y="143382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" name="TextBox 16"/>
            <p:cNvSpPr/>
            <p:nvPr/>
          </p:nvSpPr>
          <p:spPr>
            <a:xfrm>
              <a:off x="16085880" y="6944760"/>
              <a:ext cx="1342080" cy="68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9" name="Group 17"/>
          <p:cNvGrpSpPr/>
          <p:nvPr/>
        </p:nvGrpSpPr>
        <p:grpSpPr>
          <a:xfrm>
            <a:off x="5798160" y="7589880"/>
            <a:ext cx="2346480" cy="707760"/>
            <a:chOff x="5798160" y="7589880"/>
            <a:chExt cx="2346480" cy="707760"/>
          </a:xfrm>
        </p:grpSpPr>
        <p:sp>
          <p:nvSpPr>
            <p:cNvPr id="120" name="Freeform 18"/>
            <p:cNvSpPr/>
            <p:nvPr/>
          </p:nvSpPr>
          <p:spPr>
            <a:xfrm>
              <a:off x="5798160" y="7734600"/>
              <a:ext cx="2346480" cy="563040"/>
            </a:xfrm>
            <a:custGeom>
              <a:avLst/>
              <a:gdLst>
                <a:gd name="textAreaLeft" fmla="*/ 0 w 2346480"/>
                <a:gd name="textAreaRight" fmla="*/ 2346840 w 2346480"/>
                <a:gd name="textAreaTop" fmla="*/ 0 h 563040"/>
                <a:gd name="textAreaBottom" fmla="*/ 563400 h 563040"/>
              </a:gdLst>
              <a:ahLst/>
              <a:rect l="textAreaLeft" t="textAreaTop" r="textAreaRight" b="textAreaBottom"/>
              <a:pathLst>
                <a:path w="618140" h="148399">
                  <a:moveTo>
                    <a:pt x="0" y="0"/>
                  </a:moveTo>
                  <a:lnTo>
                    <a:pt x="618140" y="0"/>
                  </a:lnTo>
                  <a:lnTo>
                    <a:pt x="618140" y="148399"/>
                  </a:lnTo>
                  <a:lnTo>
                    <a:pt x="0" y="148399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" name="TextBox 19"/>
            <p:cNvSpPr/>
            <p:nvPr/>
          </p:nvSpPr>
          <p:spPr>
            <a:xfrm>
              <a:off x="5798160" y="7589880"/>
              <a:ext cx="2346480" cy="70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2" name="TextBox 20"/>
          <p:cNvSpPr/>
          <p:nvPr/>
        </p:nvSpPr>
        <p:spPr>
          <a:xfrm>
            <a:off x="5811120" y="3385800"/>
            <a:ext cx="11968920" cy="54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34"/>
              </a:lnSpc>
            </a:pPr>
            <a:r>
              <a:rPr b="0" lang="en-US" sz="3380" spc="-1" strike="noStrike">
                <a:solidFill>
                  <a:srgbClr val="ffffff"/>
                </a:solidFill>
                <a:latin typeface="Consolas"/>
                <a:ea typeface="Consolas"/>
              </a:rPr>
              <a:t>HTML consists of a series of elements</a:t>
            </a:r>
            <a:endParaRPr b="0" lang="en-PH" sz="33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734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734"/>
              </a:lnSpc>
            </a:pPr>
            <a:r>
              <a:rPr b="0" lang="en-US" sz="3380" spc="-1" strike="noStrike">
                <a:solidFill>
                  <a:srgbClr val="ffffff"/>
                </a:solidFill>
                <a:latin typeface="Consolas"/>
                <a:ea typeface="Consolas"/>
              </a:rPr>
              <a:t>HTML elements tell the browser how to display the content</a:t>
            </a:r>
            <a:endParaRPr b="0" lang="en-PH" sz="33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734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734"/>
              </a:lnSpc>
            </a:pPr>
            <a:r>
              <a:rPr b="0" lang="en-US" sz="3380" spc="-1" strike="noStrike">
                <a:solidFill>
                  <a:srgbClr val="ffffff"/>
                </a:solidFill>
                <a:latin typeface="Consolas"/>
                <a:ea typeface="Consolas"/>
              </a:rPr>
              <a:t>HTML elements label pieces of content such as "this is a heading", "this is a paragraph", "this is a link", etc.</a:t>
            </a:r>
            <a:endParaRPr b="0" lang="en-PH" sz="33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734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Freeform 21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4" name="Group 22"/>
          <p:cNvGrpSpPr/>
          <p:nvPr/>
        </p:nvGrpSpPr>
        <p:grpSpPr>
          <a:xfrm>
            <a:off x="5330160" y="3652560"/>
            <a:ext cx="277920" cy="277920"/>
            <a:chOff x="5330160" y="3652560"/>
            <a:chExt cx="277920" cy="277920"/>
          </a:xfrm>
        </p:grpSpPr>
        <p:sp>
          <p:nvSpPr>
            <p:cNvPr id="125" name="Freeform 23"/>
            <p:cNvSpPr/>
            <p:nvPr/>
          </p:nvSpPr>
          <p:spPr>
            <a:xfrm>
              <a:off x="5330160" y="36525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TextBox 24"/>
            <p:cNvSpPr/>
            <p:nvPr/>
          </p:nvSpPr>
          <p:spPr>
            <a:xfrm>
              <a:off x="5356080" y="36655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7" name="Group 25"/>
          <p:cNvGrpSpPr/>
          <p:nvPr/>
        </p:nvGrpSpPr>
        <p:grpSpPr>
          <a:xfrm>
            <a:off x="5330160" y="4855680"/>
            <a:ext cx="277920" cy="277920"/>
            <a:chOff x="5330160" y="4855680"/>
            <a:chExt cx="277920" cy="277920"/>
          </a:xfrm>
        </p:grpSpPr>
        <p:sp>
          <p:nvSpPr>
            <p:cNvPr id="128" name="Freeform 26"/>
            <p:cNvSpPr/>
            <p:nvPr/>
          </p:nvSpPr>
          <p:spPr>
            <a:xfrm>
              <a:off x="5330160" y="4855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" name="TextBox 27"/>
            <p:cNvSpPr/>
            <p:nvPr/>
          </p:nvSpPr>
          <p:spPr>
            <a:xfrm>
              <a:off x="5356080" y="486900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0" name="Group 28"/>
          <p:cNvGrpSpPr/>
          <p:nvPr/>
        </p:nvGrpSpPr>
        <p:grpSpPr>
          <a:xfrm>
            <a:off x="5333040" y="6652080"/>
            <a:ext cx="277920" cy="277920"/>
            <a:chOff x="5333040" y="6652080"/>
            <a:chExt cx="277920" cy="277920"/>
          </a:xfrm>
        </p:grpSpPr>
        <p:sp>
          <p:nvSpPr>
            <p:cNvPr id="131" name="Freeform 29"/>
            <p:cNvSpPr/>
            <p:nvPr/>
          </p:nvSpPr>
          <p:spPr>
            <a:xfrm>
              <a:off x="5333040" y="66520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TextBox 30"/>
            <p:cNvSpPr/>
            <p:nvPr/>
          </p:nvSpPr>
          <p:spPr>
            <a:xfrm>
              <a:off x="5358960" y="66650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3" name="TextBox 31"/>
          <p:cNvSpPr/>
          <p:nvPr/>
        </p:nvSpPr>
        <p:spPr>
          <a:xfrm>
            <a:off x="5792040" y="1753200"/>
            <a:ext cx="599004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WHAT IS HTML?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32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5" name="Group 33"/>
          <p:cNvGrpSpPr/>
          <p:nvPr/>
        </p:nvGrpSpPr>
        <p:grpSpPr>
          <a:xfrm>
            <a:off x="914400" y="2140920"/>
            <a:ext cx="1869840" cy="517320"/>
            <a:chOff x="914400" y="2140920"/>
            <a:chExt cx="1869840" cy="517320"/>
          </a:xfrm>
        </p:grpSpPr>
        <p:sp>
          <p:nvSpPr>
            <p:cNvPr id="136" name="Freeform 34"/>
            <p:cNvSpPr/>
            <p:nvPr/>
          </p:nvSpPr>
          <p:spPr>
            <a:xfrm>
              <a:off x="914400" y="2285640"/>
              <a:ext cx="1869840" cy="372600"/>
            </a:xfrm>
            <a:custGeom>
              <a:avLst/>
              <a:gdLst>
                <a:gd name="textAreaLeft" fmla="*/ 0 w 1869840"/>
                <a:gd name="textAreaRight" fmla="*/ 1870200 w 186984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492560" h="98261">
                  <a:moveTo>
                    <a:pt x="0" y="0"/>
                  </a:moveTo>
                  <a:lnTo>
                    <a:pt x="492560" y="0"/>
                  </a:lnTo>
                  <a:lnTo>
                    <a:pt x="492560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" name="TextBox 35"/>
            <p:cNvSpPr/>
            <p:nvPr/>
          </p:nvSpPr>
          <p:spPr>
            <a:xfrm>
              <a:off x="914400" y="2140920"/>
              <a:ext cx="186984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8" name="TextBox 36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Freeform 37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2"/>
          <p:cNvGrpSpPr/>
          <p:nvPr/>
        </p:nvGrpSpPr>
        <p:grpSpPr>
          <a:xfrm>
            <a:off x="0" y="-144720"/>
            <a:ext cx="5145840" cy="10836000"/>
            <a:chOff x="0" y="-144720"/>
            <a:chExt cx="5145840" cy="10836000"/>
          </a:xfrm>
        </p:grpSpPr>
        <p:sp>
          <p:nvSpPr>
            <p:cNvPr id="141" name="Freeform 3"/>
            <p:cNvSpPr/>
            <p:nvPr/>
          </p:nvSpPr>
          <p:spPr>
            <a:xfrm>
              <a:off x="0" y="0"/>
              <a:ext cx="5145840" cy="1069128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691280"/>
                <a:gd name="textAreaBottom" fmla="*/ 10691640 h 10691280"/>
              </a:gdLst>
              <a:ahLst/>
              <a:rect l="textAreaLeft" t="textAreaTop" r="textAreaRight" b="textAreaBottom"/>
              <a:pathLst>
                <a:path w="1355362" h="2815912">
                  <a:moveTo>
                    <a:pt x="0" y="0"/>
                  </a:moveTo>
                  <a:lnTo>
                    <a:pt x="1355362" y="0"/>
                  </a:lnTo>
                  <a:lnTo>
                    <a:pt x="1355362" y="2815912"/>
                  </a:lnTo>
                  <a:lnTo>
                    <a:pt x="0" y="2815912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TextBox 4"/>
            <p:cNvSpPr/>
            <p:nvPr/>
          </p:nvSpPr>
          <p:spPr>
            <a:xfrm>
              <a:off x="0" y="-144720"/>
              <a:ext cx="5145840" cy="1083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3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4" name="Group 6"/>
          <p:cNvGrpSpPr/>
          <p:nvPr/>
        </p:nvGrpSpPr>
        <p:grpSpPr>
          <a:xfrm>
            <a:off x="10539000" y="1603800"/>
            <a:ext cx="5821920" cy="999720"/>
            <a:chOff x="10539000" y="1603800"/>
            <a:chExt cx="5821920" cy="999720"/>
          </a:xfrm>
        </p:grpSpPr>
        <p:sp>
          <p:nvSpPr>
            <p:cNvPr id="145" name="Freeform 7"/>
            <p:cNvSpPr/>
            <p:nvPr/>
          </p:nvSpPr>
          <p:spPr>
            <a:xfrm>
              <a:off x="10539000" y="1748520"/>
              <a:ext cx="5821920" cy="855000"/>
            </a:xfrm>
            <a:custGeom>
              <a:avLst/>
              <a:gdLst>
                <a:gd name="textAreaLeft" fmla="*/ 0 w 5821920"/>
                <a:gd name="textAreaRight" fmla="*/ 5822280 w 58219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533435" h="225313">
                  <a:moveTo>
                    <a:pt x="0" y="0"/>
                  </a:moveTo>
                  <a:lnTo>
                    <a:pt x="1533435" y="0"/>
                  </a:lnTo>
                  <a:lnTo>
                    <a:pt x="1533435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TextBox 8"/>
            <p:cNvSpPr/>
            <p:nvPr/>
          </p:nvSpPr>
          <p:spPr>
            <a:xfrm>
              <a:off x="10539000" y="1603800"/>
              <a:ext cx="58219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7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5715360" y="1653120"/>
            <a:ext cx="1125612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WHAT IS AN HTML ELEMENT?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0" name="Group 12"/>
          <p:cNvGrpSpPr/>
          <p:nvPr/>
        </p:nvGrpSpPr>
        <p:grpSpPr>
          <a:xfrm>
            <a:off x="1262880" y="2824200"/>
            <a:ext cx="3274920" cy="517320"/>
            <a:chOff x="1262880" y="2824200"/>
            <a:chExt cx="3274920" cy="517320"/>
          </a:xfrm>
        </p:grpSpPr>
        <p:sp>
          <p:nvSpPr>
            <p:cNvPr id="151" name="Freeform 13"/>
            <p:cNvSpPr/>
            <p:nvPr/>
          </p:nvSpPr>
          <p:spPr>
            <a:xfrm>
              <a:off x="1262880" y="2968560"/>
              <a:ext cx="3274920" cy="372600"/>
            </a:xfrm>
            <a:custGeom>
              <a:avLst/>
              <a:gdLst>
                <a:gd name="textAreaLeft" fmla="*/ 0 w 3274920"/>
                <a:gd name="textAreaRight" fmla="*/ 3275280 w 327492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862639" h="98261">
                  <a:moveTo>
                    <a:pt x="0" y="0"/>
                  </a:moveTo>
                  <a:lnTo>
                    <a:pt x="862639" y="0"/>
                  </a:lnTo>
                  <a:lnTo>
                    <a:pt x="862639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2" name="TextBox 14"/>
            <p:cNvSpPr/>
            <p:nvPr/>
          </p:nvSpPr>
          <p:spPr>
            <a:xfrm>
              <a:off x="1262880" y="2824200"/>
              <a:ext cx="327492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3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4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155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7" name="Group 19"/>
          <p:cNvGrpSpPr/>
          <p:nvPr/>
        </p:nvGrpSpPr>
        <p:grpSpPr>
          <a:xfrm>
            <a:off x="5904360" y="5268960"/>
            <a:ext cx="277920" cy="277920"/>
            <a:chOff x="5904360" y="5268960"/>
            <a:chExt cx="277920" cy="277920"/>
          </a:xfrm>
        </p:grpSpPr>
        <p:sp>
          <p:nvSpPr>
            <p:cNvPr id="158" name="Freeform 20"/>
            <p:cNvSpPr/>
            <p:nvPr/>
          </p:nvSpPr>
          <p:spPr>
            <a:xfrm>
              <a:off x="5904360" y="52689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TextBox 21"/>
            <p:cNvSpPr/>
            <p:nvPr/>
          </p:nvSpPr>
          <p:spPr>
            <a:xfrm>
              <a:off x="5930640" y="52819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0" name="Group 22"/>
          <p:cNvGrpSpPr/>
          <p:nvPr/>
        </p:nvGrpSpPr>
        <p:grpSpPr>
          <a:xfrm>
            <a:off x="13103640" y="4998960"/>
            <a:ext cx="2136960" cy="678960"/>
            <a:chOff x="13103640" y="4998960"/>
            <a:chExt cx="2136960" cy="678960"/>
          </a:xfrm>
        </p:grpSpPr>
        <p:sp>
          <p:nvSpPr>
            <p:cNvPr id="161" name="Freeform 23"/>
            <p:cNvSpPr/>
            <p:nvPr/>
          </p:nvSpPr>
          <p:spPr>
            <a:xfrm>
              <a:off x="13103640" y="5143680"/>
              <a:ext cx="2136960" cy="534240"/>
            </a:xfrm>
            <a:custGeom>
              <a:avLst/>
              <a:gdLst>
                <a:gd name="textAreaLeft" fmla="*/ 0 w 2136960"/>
                <a:gd name="textAreaRight" fmla="*/ 2137320 w 213696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562873" h="140842">
                  <a:moveTo>
                    <a:pt x="0" y="0"/>
                  </a:moveTo>
                  <a:lnTo>
                    <a:pt x="562873" y="0"/>
                  </a:lnTo>
                  <a:lnTo>
                    <a:pt x="562873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" name="TextBox 24"/>
            <p:cNvSpPr/>
            <p:nvPr/>
          </p:nvSpPr>
          <p:spPr>
            <a:xfrm>
              <a:off x="13103640" y="4998960"/>
              <a:ext cx="213696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3" name="Group 25"/>
          <p:cNvGrpSpPr/>
          <p:nvPr/>
        </p:nvGrpSpPr>
        <p:grpSpPr>
          <a:xfrm>
            <a:off x="6427800" y="4996080"/>
            <a:ext cx="1958040" cy="678960"/>
            <a:chOff x="6427800" y="4996080"/>
            <a:chExt cx="1958040" cy="678960"/>
          </a:xfrm>
        </p:grpSpPr>
        <p:sp>
          <p:nvSpPr>
            <p:cNvPr id="164" name="Freeform 26"/>
            <p:cNvSpPr/>
            <p:nvPr/>
          </p:nvSpPr>
          <p:spPr>
            <a:xfrm>
              <a:off x="6427800" y="5140800"/>
              <a:ext cx="1958040" cy="534240"/>
            </a:xfrm>
            <a:custGeom>
              <a:avLst/>
              <a:gdLst>
                <a:gd name="textAreaLeft" fmla="*/ 0 w 1958040"/>
                <a:gd name="textAreaRight" fmla="*/ 1958400 w 195804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515753" h="140842">
                  <a:moveTo>
                    <a:pt x="0" y="0"/>
                  </a:moveTo>
                  <a:lnTo>
                    <a:pt x="515753" y="0"/>
                  </a:lnTo>
                  <a:lnTo>
                    <a:pt x="515753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" name="TextBox 27"/>
            <p:cNvSpPr/>
            <p:nvPr/>
          </p:nvSpPr>
          <p:spPr>
            <a:xfrm>
              <a:off x="6427800" y="4996080"/>
              <a:ext cx="195804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6" name="Group 28"/>
          <p:cNvGrpSpPr/>
          <p:nvPr/>
        </p:nvGrpSpPr>
        <p:grpSpPr>
          <a:xfrm>
            <a:off x="6427800" y="3938400"/>
            <a:ext cx="1527840" cy="667800"/>
            <a:chOff x="6427800" y="3938400"/>
            <a:chExt cx="1527840" cy="667800"/>
          </a:xfrm>
        </p:grpSpPr>
        <p:sp>
          <p:nvSpPr>
            <p:cNvPr id="167" name="Freeform 29"/>
            <p:cNvSpPr/>
            <p:nvPr/>
          </p:nvSpPr>
          <p:spPr>
            <a:xfrm>
              <a:off x="6427800" y="4083120"/>
              <a:ext cx="1527840" cy="523080"/>
            </a:xfrm>
            <a:custGeom>
              <a:avLst/>
              <a:gdLst>
                <a:gd name="textAreaLeft" fmla="*/ 0 w 1527840"/>
                <a:gd name="textAreaRight" fmla="*/ 1528200 w 152784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402495" h="137899">
                  <a:moveTo>
                    <a:pt x="0" y="0"/>
                  </a:moveTo>
                  <a:lnTo>
                    <a:pt x="402495" y="0"/>
                  </a:lnTo>
                  <a:lnTo>
                    <a:pt x="402495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" name="TextBox 30"/>
            <p:cNvSpPr/>
            <p:nvPr/>
          </p:nvSpPr>
          <p:spPr>
            <a:xfrm>
              <a:off x="6427800" y="3938400"/>
              <a:ext cx="152784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9" name="Group 31"/>
          <p:cNvGrpSpPr/>
          <p:nvPr/>
        </p:nvGrpSpPr>
        <p:grpSpPr>
          <a:xfrm>
            <a:off x="9842760" y="3938400"/>
            <a:ext cx="1596600" cy="667800"/>
            <a:chOff x="9842760" y="3938400"/>
            <a:chExt cx="1596600" cy="667800"/>
          </a:xfrm>
        </p:grpSpPr>
        <p:sp>
          <p:nvSpPr>
            <p:cNvPr id="170" name="Freeform 32"/>
            <p:cNvSpPr/>
            <p:nvPr/>
          </p:nvSpPr>
          <p:spPr>
            <a:xfrm>
              <a:off x="9842760" y="4083120"/>
              <a:ext cx="1596600" cy="523080"/>
            </a:xfrm>
            <a:custGeom>
              <a:avLst/>
              <a:gdLst>
                <a:gd name="textAreaLeft" fmla="*/ 0 w 1596600"/>
                <a:gd name="textAreaRight" fmla="*/ 1596960 w 159660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420619" h="137899">
                  <a:moveTo>
                    <a:pt x="0" y="0"/>
                  </a:moveTo>
                  <a:lnTo>
                    <a:pt x="420619" y="0"/>
                  </a:lnTo>
                  <a:lnTo>
                    <a:pt x="420619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" name="TextBox 33"/>
            <p:cNvSpPr/>
            <p:nvPr/>
          </p:nvSpPr>
          <p:spPr>
            <a:xfrm>
              <a:off x="9842760" y="3938400"/>
              <a:ext cx="159660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2" name="Group 34"/>
          <p:cNvGrpSpPr/>
          <p:nvPr/>
        </p:nvGrpSpPr>
        <p:grpSpPr>
          <a:xfrm>
            <a:off x="13327200" y="3386160"/>
            <a:ext cx="1913040" cy="667800"/>
            <a:chOff x="13327200" y="3386160"/>
            <a:chExt cx="1913040" cy="667800"/>
          </a:xfrm>
        </p:grpSpPr>
        <p:sp>
          <p:nvSpPr>
            <p:cNvPr id="173" name="Freeform 35"/>
            <p:cNvSpPr/>
            <p:nvPr/>
          </p:nvSpPr>
          <p:spPr>
            <a:xfrm>
              <a:off x="13327200" y="3530880"/>
              <a:ext cx="1913040" cy="523080"/>
            </a:xfrm>
            <a:custGeom>
              <a:avLst/>
              <a:gdLst>
                <a:gd name="textAreaLeft" fmla="*/ 0 w 1913040"/>
                <a:gd name="textAreaRight" fmla="*/ 1913400 w 191304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503977" h="137899">
                  <a:moveTo>
                    <a:pt x="0" y="0"/>
                  </a:moveTo>
                  <a:lnTo>
                    <a:pt x="503977" y="0"/>
                  </a:lnTo>
                  <a:lnTo>
                    <a:pt x="503977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TextBox 36"/>
            <p:cNvSpPr/>
            <p:nvPr/>
          </p:nvSpPr>
          <p:spPr>
            <a:xfrm>
              <a:off x="13327200" y="3386160"/>
              <a:ext cx="191304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5" name="Group 37"/>
          <p:cNvGrpSpPr/>
          <p:nvPr/>
        </p:nvGrpSpPr>
        <p:grpSpPr>
          <a:xfrm>
            <a:off x="15042240" y="6097680"/>
            <a:ext cx="1929240" cy="642960"/>
            <a:chOff x="15042240" y="6097680"/>
            <a:chExt cx="1929240" cy="642960"/>
          </a:xfrm>
        </p:grpSpPr>
        <p:sp>
          <p:nvSpPr>
            <p:cNvPr id="176" name="Freeform 38"/>
            <p:cNvSpPr/>
            <p:nvPr/>
          </p:nvSpPr>
          <p:spPr>
            <a:xfrm>
              <a:off x="15042240" y="6242400"/>
              <a:ext cx="1929240" cy="498240"/>
            </a:xfrm>
            <a:custGeom>
              <a:avLst/>
              <a:gdLst>
                <a:gd name="textAreaLeft" fmla="*/ 0 w 1929240"/>
                <a:gd name="textAreaRight" fmla="*/ 1929600 w 192924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508216" h="131356">
                  <a:moveTo>
                    <a:pt x="0" y="0"/>
                  </a:moveTo>
                  <a:lnTo>
                    <a:pt x="508216" y="0"/>
                  </a:lnTo>
                  <a:lnTo>
                    <a:pt x="508216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TextBox 39"/>
            <p:cNvSpPr/>
            <p:nvPr/>
          </p:nvSpPr>
          <p:spPr>
            <a:xfrm>
              <a:off x="15042240" y="6097680"/>
              <a:ext cx="192924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8" name="Group 40"/>
          <p:cNvGrpSpPr/>
          <p:nvPr/>
        </p:nvGrpSpPr>
        <p:grpSpPr>
          <a:xfrm>
            <a:off x="10762920" y="7245360"/>
            <a:ext cx="1119960" cy="642960"/>
            <a:chOff x="10762920" y="7245360"/>
            <a:chExt cx="1119960" cy="642960"/>
          </a:xfrm>
        </p:grpSpPr>
        <p:sp>
          <p:nvSpPr>
            <p:cNvPr id="179" name="Freeform 41"/>
            <p:cNvSpPr/>
            <p:nvPr/>
          </p:nvSpPr>
          <p:spPr>
            <a:xfrm>
              <a:off x="10762920" y="7389720"/>
              <a:ext cx="1119960" cy="498240"/>
            </a:xfrm>
            <a:custGeom>
              <a:avLst/>
              <a:gdLst>
                <a:gd name="textAreaLeft" fmla="*/ 0 w 1119960"/>
                <a:gd name="textAreaRight" fmla="*/ 1120320 w 111996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95039" h="131356">
                  <a:moveTo>
                    <a:pt x="0" y="0"/>
                  </a:moveTo>
                  <a:lnTo>
                    <a:pt x="295039" y="0"/>
                  </a:lnTo>
                  <a:lnTo>
                    <a:pt x="295039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0" name="TextBox 42"/>
            <p:cNvSpPr/>
            <p:nvPr/>
          </p:nvSpPr>
          <p:spPr>
            <a:xfrm>
              <a:off x="10762920" y="7245360"/>
              <a:ext cx="111996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1" name="Group 43"/>
          <p:cNvGrpSpPr/>
          <p:nvPr/>
        </p:nvGrpSpPr>
        <p:grpSpPr>
          <a:xfrm>
            <a:off x="7913160" y="6624720"/>
            <a:ext cx="1557720" cy="642960"/>
            <a:chOff x="7913160" y="6624720"/>
            <a:chExt cx="1557720" cy="642960"/>
          </a:xfrm>
        </p:grpSpPr>
        <p:sp>
          <p:nvSpPr>
            <p:cNvPr id="182" name="Freeform 44"/>
            <p:cNvSpPr/>
            <p:nvPr/>
          </p:nvSpPr>
          <p:spPr>
            <a:xfrm>
              <a:off x="7913160" y="6769440"/>
              <a:ext cx="1557720" cy="498240"/>
            </a:xfrm>
            <a:custGeom>
              <a:avLst/>
              <a:gdLst>
                <a:gd name="textAreaLeft" fmla="*/ 0 w 1557720"/>
                <a:gd name="textAreaRight" fmla="*/ 1558080 w 155772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410351" h="131356">
                  <a:moveTo>
                    <a:pt x="0" y="0"/>
                  </a:moveTo>
                  <a:lnTo>
                    <a:pt x="410351" y="0"/>
                  </a:lnTo>
                  <a:lnTo>
                    <a:pt x="4103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" name="TextBox 45"/>
            <p:cNvSpPr/>
            <p:nvPr/>
          </p:nvSpPr>
          <p:spPr>
            <a:xfrm>
              <a:off x="7913160" y="6624720"/>
              <a:ext cx="155772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4" name="Group 46"/>
          <p:cNvGrpSpPr/>
          <p:nvPr/>
        </p:nvGrpSpPr>
        <p:grpSpPr>
          <a:xfrm>
            <a:off x="6427800" y="7245360"/>
            <a:ext cx="846360" cy="642960"/>
            <a:chOff x="6427800" y="7245360"/>
            <a:chExt cx="846360" cy="642960"/>
          </a:xfrm>
        </p:grpSpPr>
        <p:sp>
          <p:nvSpPr>
            <p:cNvPr id="185" name="Freeform 47"/>
            <p:cNvSpPr/>
            <p:nvPr/>
          </p:nvSpPr>
          <p:spPr>
            <a:xfrm>
              <a:off x="6427800" y="7389720"/>
              <a:ext cx="846360" cy="498240"/>
            </a:xfrm>
            <a:custGeom>
              <a:avLst/>
              <a:gdLst>
                <a:gd name="textAreaLeft" fmla="*/ 0 w 846360"/>
                <a:gd name="textAreaRight" fmla="*/ 846720 w 84636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22995" h="131356">
                  <a:moveTo>
                    <a:pt x="0" y="0"/>
                  </a:moveTo>
                  <a:lnTo>
                    <a:pt x="222995" y="0"/>
                  </a:lnTo>
                  <a:lnTo>
                    <a:pt x="222995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" name="TextBox 48"/>
            <p:cNvSpPr/>
            <p:nvPr/>
          </p:nvSpPr>
          <p:spPr>
            <a:xfrm>
              <a:off x="6427800" y="7245360"/>
              <a:ext cx="84636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7" name="Group 49"/>
          <p:cNvGrpSpPr/>
          <p:nvPr/>
        </p:nvGrpSpPr>
        <p:grpSpPr>
          <a:xfrm>
            <a:off x="6427800" y="7837920"/>
            <a:ext cx="631080" cy="642960"/>
            <a:chOff x="6427800" y="7837920"/>
            <a:chExt cx="631080" cy="642960"/>
          </a:xfrm>
        </p:grpSpPr>
        <p:sp>
          <p:nvSpPr>
            <p:cNvPr id="188" name="Freeform 50"/>
            <p:cNvSpPr/>
            <p:nvPr/>
          </p:nvSpPr>
          <p:spPr>
            <a:xfrm>
              <a:off x="6427800" y="7982640"/>
              <a:ext cx="631080" cy="498240"/>
            </a:xfrm>
            <a:custGeom>
              <a:avLst/>
              <a:gdLst>
                <a:gd name="textAreaLeft" fmla="*/ 0 w 631080"/>
                <a:gd name="textAreaRight" fmla="*/ 631440 w 6310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166325" h="131356">
                  <a:moveTo>
                    <a:pt x="0" y="0"/>
                  </a:moveTo>
                  <a:lnTo>
                    <a:pt x="166325" y="0"/>
                  </a:lnTo>
                  <a:lnTo>
                    <a:pt x="166325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" name="TextBox 51"/>
            <p:cNvSpPr/>
            <p:nvPr/>
          </p:nvSpPr>
          <p:spPr>
            <a:xfrm>
              <a:off x="6427800" y="7837920"/>
              <a:ext cx="6310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90" name="Group 52"/>
          <p:cNvGrpSpPr/>
          <p:nvPr/>
        </p:nvGrpSpPr>
        <p:grpSpPr>
          <a:xfrm>
            <a:off x="11154960" y="7837920"/>
            <a:ext cx="885960" cy="642960"/>
            <a:chOff x="11154960" y="7837920"/>
            <a:chExt cx="885960" cy="642960"/>
          </a:xfrm>
        </p:grpSpPr>
        <p:sp>
          <p:nvSpPr>
            <p:cNvPr id="191" name="Freeform 53"/>
            <p:cNvSpPr/>
            <p:nvPr/>
          </p:nvSpPr>
          <p:spPr>
            <a:xfrm>
              <a:off x="11154960" y="7982640"/>
              <a:ext cx="885960" cy="498240"/>
            </a:xfrm>
            <a:custGeom>
              <a:avLst/>
              <a:gdLst>
                <a:gd name="textAreaLeft" fmla="*/ 0 w 885960"/>
                <a:gd name="textAreaRight" fmla="*/ 886320 w 88596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33420" h="131356">
                  <a:moveTo>
                    <a:pt x="0" y="0"/>
                  </a:moveTo>
                  <a:lnTo>
                    <a:pt x="233420" y="0"/>
                  </a:lnTo>
                  <a:lnTo>
                    <a:pt x="233420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" name="TextBox 54"/>
            <p:cNvSpPr/>
            <p:nvPr/>
          </p:nvSpPr>
          <p:spPr>
            <a:xfrm>
              <a:off x="11154960" y="7837920"/>
              <a:ext cx="88596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93" name="TextBox 55"/>
          <p:cNvSpPr/>
          <p:nvPr/>
        </p:nvSpPr>
        <p:spPr>
          <a:xfrm>
            <a:off x="6427800" y="3397320"/>
            <a:ext cx="10910520" cy="54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An HTML element is defined by a start tag, some content, and an end tag: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&lt;tagname&gt; Content goes here... &lt;/tagname&gt;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HTML element is everything from the start tag to the end tag: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&lt;h1&gt;My First Heading&lt;/h1&gt;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&lt;p&gt;My first paragraph.&lt;/p&gt;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4" name="Group 56"/>
          <p:cNvGrpSpPr/>
          <p:nvPr/>
        </p:nvGrpSpPr>
        <p:grpSpPr>
          <a:xfrm>
            <a:off x="5904360" y="6352560"/>
            <a:ext cx="277920" cy="277920"/>
            <a:chOff x="5904360" y="6352560"/>
            <a:chExt cx="277920" cy="277920"/>
          </a:xfrm>
        </p:grpSpPr>
        <p:sp>
          <p:nvSpPr>
            <p:cNvPr id="195" name="Freeform 57"/>
            <p:cNvSpPr/>
            <p:nvPr/>
          </p:nvSpPr>
          <p:spPr>
            <a:xfrm>
              <a:off x="5904360" y="63525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" name="TextBox 58"/>
            <p:cNvSpPr/>
            <p:nvPr/>
          </p:nvSpPr>
          <p:spPr>
            <a:xfrm>
              <a:off x="5930640" y="63655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2"/>
          <p:cNvGrpSpPr/>
          <p:nvPr/>
        </p:nvGrpSpPr>
        <p:grpSpPr>
          <a:xfrm>
            <a:off x="0" y="-144720"/>
            <a:ext cx="5145840" cy="10942560"/>
            <a:chOff x="0" y="-144720"/>
            <a:chExt cx="5145840" cy="10942560"/>
          </a:xfrm>
        </p:grpSpPr>
        <p:sp>
          <p:nvSpPr>
            <p:cNvPr id="198" name="Freeform 3"/>
            <p:cNvSpPr/>
            <p:nvPr/>
          </p:nvSpPr>
          <p:spPr>
            <a:xfrm>
              <a:off x="0" y="0"/>
              <a:ext cx="5145840" cy="1079784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797840"/>
                <a:gd name="textAreaBottom" fmla="*/ 10798200 h 10797840"/>
              </a:gdLst>
              <a:ahLst/>
              <a:rect l="textAreaLeft" t="textAreaTop" r="textAreaRight" b="textAreaBottom"/>
              <a:pathLst>
                <a:path w="1355362" h="2843959">
                  <a:moveTo>
                    <a:pt x="0" y="0"/>
                  </a:moveTo>
                  <a:lnTo>
                    <a:pt x="1355362" y="0"/>
                  </a:lnTo>
                  <a:lnTo>
                    <a:pt x="1355362" y="2843959"/>
                  </a:lnTo>
                  <a:lnTo>
                    <a:pt x="0" y="2843959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" name="TextBox 4"/>
            <p:cNvSpPr/>
            <p:nvPr/>
          </p:nvSpPr>
          <p:spPr>
            <a:xfrm>
              <a:off x="0" y="-144720"/>
              <a:ext cx="5145840" cy="1094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00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1" name="Group 6"/>
          <p:cNvGrpSpPr/>
          <p:nvPr/>
        </p:nvGrpSpPr>
        <p:grpSpPr>
          <a:xfrm>
            <a:off x="8658360" y="1603800"/>
            <a:ext cx="5821920" cy="999720"/>
            <a:chOff x="8658360" y="1603800"/>
            <a:chExt cx="5821920" cy="999720"/>
          </a:xfrm>
        </p:grpSpPr>
        <p:sp>
          <p:nvSpPr>
            <p:cNvPr id="202" name="Freeform 7"/>
            <p:cNvSpPr/>
            <p:nvPr/>
          </p:nvSpPr>
          <p:spPr>
            <a:xfrm>
              <a:off x="8658360" y="1748520"/>
              <a:ext cx="5821920" cy="855000"/>
            </a:xfrm>
            <a:custGeom>
              <a:avLst/>
              <a:gdLst>
                <a:gd name="textAreaLeft" fmla="*/ 0 w 5821920"/>
                <a:gd name="textAreaRight" fmla="*/ 5822280 w 58219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533435" h="225313">
                  <a:moveTo>
                    <a:pt x="0" y="0"/>
                  </a:moveTo>
                  <a:lnTo>
                    <a:pt x="1533435" y="0"/>
                  </a:lnTo>
                  <a:lnTo>
                    <a:pt x="1533435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" name="TextBox 8"/>
            <p:cNvSpPr/>
            <p:nvPr/>
          </p:nvSpPr>
          <p:spPr>
            <a:xfrm>
              <a:off x="8658360" y="1603800"/>
              <a:ext cx="58219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04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5715360" y="1653120"/>
            <a:ext cx="932616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EMPTY HTML ELEMENT?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7" name="Group 12"/>
          <p:cNvGrpSpPr/>
          <p:nvPr/>
        </p:nvGrpSpPr>
        <p:grpSpPr>
          <a:xfrm>
            <a:off x="1028880" y="3156480"/>
            <a:ext cx="2737800" cy="517320"/>
            <a:chOff x="1028880" y="3156480"/>
            <a:chExt cx="2737800" cy="517320"/>
          </a:xfrm>
        </p:grpSpPr>
        <p:sp>
          <p:nvSpPr>
            <p:cNvPr id="208" name="Freeform 13"/>
            <p:cNvSpPr/>
            <p:nvPr/>
          </p:nvSpPr>
          <p:spPr>
            <a:xfrm>
              <a:off x="1028880" y="3301200"/>
              <a:ext cx="2737800" cy="372600"/>
            </a:xfrm>
            <a:custGeom>
              <a:avLst/>
              <a:gdLst>
                <a:gd name="textAreaLeft" fmla="*/ 0 w 2737800"/>
                <a:gd name="textAreaRight" fmla="*/ 2738160 w 273780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721138" h="98261">
                  <a:moveTo>
                    <a:pt x="0" y="0"/>
                  </a:moveTo>
                  <a:lnTo>
                    <a:pt x="721138" y="0"/>
                  </a:lnTo>
                  <a:lnTo>
                    <a:pt x="721138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TextBox 14"/>
            <p:cNvSpPr/>
            <p:nvPr/>
          </p:nvSpPr>
          <p:spPr>
            <a:xfrm>
              <a:off x="1028880" y="3156480"/>
              <a:ext cx="273780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10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1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212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14" name="Group 19"/>
          <p:cNvGrpSpPr/>
          <p:nvPr/>
        </p:nvGrpSpPr>
        <p:grpSpPr>
          <a:xfrm>
            <a:off x="5904360" y="5268960"/>
            <a:ext cx="277920" cy="277920"/>
            <a:chOff x="5904360" y="5268960"/>
            <a:chExt cx="277920" cy="277920"/>
          </a:xfrm>
        </p:grpSpPr>
        <p:sp>
          <p:nvSpPr>
            <p:cNvPr id="215" name="Freeform 20"/>
            <p:cNvSpPr/>
            <p:nvPr/>
          </p:nvSpPr>
          <p:spPr>
            <a:xfrm>
              <a:off x="5904360" y="52689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6" name="TextBox 21"/>
            <p:cNvSpPr/>
            <p:nvPr/>
          </p:nvSpPr>
          <p:spPr>
            <a:xfrm>
              <a:off x="5930640" y="52819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17" name="Group 22"/>
          <p:cNvGrpSpPr/>
          <p:nvPr/>
        </p:nvGrpSpPr>
        <p:grpSpPr>
          <a:xfrm>
            <a:off x="7262640" y="5018040"/>
            <a:ext cx="864360" cy="678960"/>
            <a:chOff x="7262640" y="5018040"/>
            <a:chExt cx="864360" cy="678960"/>
          </a:xfrm>
        </p:grpSpPr>
        <p:sp>
          <p:nvSpPr>
            <p:cNvPr id="218" name="Freeform 23"/>
            <p:cNvSpPr/>
            <p:nvPr/>
          </p:nvSpPr>
          <p:spPr>
            <a:xfrm>
              <a:off x="7262640" y="5162400"/>
              <a:ext cx="864360" cy="534240"/>
            </a:xfrm>
            <a:custGeom>
              <a:avLst/>
              <a:gdLst>
                <a:gd name="textAreaLeft" fmla="*/ 0 w 864360"/>
                <a:gd name="textAreaRight" fmla="*/ 864720 w 86436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27700" h="140842">
                  <a:moveTo>
                    <a:pt x="0" y="0"/>
                  </a:moveTo>
                  <a:lnTo>
                    <a:pt x="227700" y="0"/>
                  </a:lnTo>
                  <a:lnTo>
                    <a:pt x="227700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9" name="TextBox 24"/>
            <p:cNvSpPr/>
            <p:nvPr/>
          </p:nvSpPr>
          <p:spPr>
            <a:xfrm>
              <a:off x="7262640" y="5018040"/>
              <a:ext cx="86436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20" name="Group 25"/>
          <p:cNvGrpSpPr/>
          <p:nvPr/>
        </p:nvGrpSpPr>
        <p:grpSpPr>
          <a:xfrm>
            <a:off x="6353280" y="3930480"/>
            <a:ext cx="1773360" cy="667800"/>
            <a:chOff x="6353280" y="3930480"/>
            <a:chExt cx="1773360" cy="667800"/>
          </a:xfrm>
        </p:grpSpPr>
        <p:sp>
          <p:nvSpPr>
            <p:cNvPr id="221" name="Freeform 26"/>
            <p:cNvSpPr/>
            <p:nvPr/>
          </p:nvSpPr>
          <p:spPr>
            <a:xfrm>
              <a:off x="6353280" y="4075200"/>
              <a:ext cx="1773360" cy="523080"/>
            </a:xfrm>
            <a:custGeom>
              <a:avLst/>
              <a:gdLst>
                <a:gd name="textAreaLeft" fmla="*/ 0 w 1773360"/>
                <a:gd name="textAreaRight" fmla="*/ 1773720 w 177336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467172" h="137899">
                  <a:moveTo>
                    <a:pt x="0" y="0"/>
                  </a:moveTo>
                  <a:lnTo>
                    <a:pt x="467172" y="0"/>
                  </a:lnTo>
                  <a:lnTo>
                    <a:pt x="467172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2" name="TextBox 27"/>
            <p:cNvSpPr/>
            <p:nvPr/>
          </p:nvSpPr>
          <p:spPr>
            <a:xfrm>
              <a:off x="6353280" y="3930480"/>
              <a:ext cx="177336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23" name="Group 28"/>
          <p:cNvGrpSpPr/>
          <p:nvPr/>
        </p:nvGrpSpPr>
        <p:grpSpPr>
          <a:xfrm>
            <a:off x="15215760" y="3407040"/>
            <a:ext cx="1172880" cy="667800"/>
            <a:chOff x="15215760" y="3407040"/>
            <a:chExt cx="1172880" cy="667800"/>
          </a:xfrm>
        </p:grpSpPr>
        <p:sp>
          <p:nvSpPr>
            <p:cNvPr id="224" name="Freeform 29"/>
            <p:cNvSpPr/>
            <p:nvPr/>
          </p:nvSpPr>
          <p:spPr>
            <a:xfrm>
              <a:off x="15215760" y="3551760"/>
              <a:ext cx="1172880" cy="523080"/>
            </a:xfrm>
            <a:custGeom>
              <a:avLst/>
              <a:gdLst>
                <a:gd name="textAreaLeft" fmla="*/ 0 w 1172880"/>
                <a:gd name="textAreaRight" fmla="*/ 1173240 w 117288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308975" h="137899">
                  <a:moveTo>
                    <a:pt x="0" y="0"/>
                  </a:moveTo>
                  <a:lnTo>
                    <a:pt x="308975" y="0"/>
                  </a:lnTo>
                  <a:lnTo>
                    <a:pt x="308975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5" name="TextBox 30"/>
            <p:cNvSpPr/>
            <p:nvPr/>
          </p:nvSpPr>
          <p:spPr>
            <a:xfrm>
              <a:off x="15215760" y="3407040"/>
              <a:ext cx="117288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26" name="TextBox 31"/>
          <p:cNvSpPr/>
          <p:nvPr/>
        </p:nvSpPr>
        <p:spPr>
          <a:xfrm>
            <a:off x="6388920" y="3408120"/>
            <a:ext cx="10910520" cy="27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HTML elements with no content are called empty elements.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&lt;br&gt; tag defines a line break, and is an empty element without a closing tag: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27" name="Group 32"/>
          <p:cNvGrpSpPr/>
          <p:nvPr/>
        </p:nvGrpSpPr>
        <p:grpSpPr>
          <a:xfrm>
            <a:off x="5904360" y="6898320"/>
            <a:ext cx="277920" cy="277920"/>
            <a:chOff x="5904360" y="6898320"/>
            <a:chExt cx="277920" cy="277920"/>
          </a:xfrm>
        </p:grpSpPr>
        <p:sp>
          <p:nvSpPr>
            <p:cNvPr id="228" name="Freeform 33"/>
            <p:cNvSpPr/>
            <p:nvPr/>
          </p:nvSpPr>
          <p:spPr>
            <a:xfrm>
              <a:off x="5904360" y="68983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9" name="TextBox 34"/>
            <p:cNvSpPr/>
            <p:nvPr/>
          </p:nvSpPr>
          <p:spPr>
            <a:xfrm>
              <a:off x="5930640" y="69112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30" name="TextBox 35"/>
          <p:cNvSpPr/>
          <p:nvPr/>
        </p:nvSpPr>
        <p:spPr>
          <a:xfrm>
            <a:off x="6353280" y="667188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31" name="Group 36"/>
          <p:cNvGrpSpPr/>
          <p:nvPr/>
        </p:nvGrpSpPr>
        <p:grpSpPr>
          <a:xfrm>
            <a:off x="9504000" y="7501680"/>
            <a:ext cx="919440" cy="642960"/>
            <a:chOff x="9504000" y="7501680"/>
            <a:chExt cx="919440" cy="642960"/>
          </a:xfrm>
        </p:grpSpPr>
        <p:sp>
          <p:nvSpPr>
            <p:cNvPr id="232" name="Freeform 37"/>
            <p:cNvSpPr/>
            <p:nvPr/>
          </p:nvSpPr>
          <p:spPr>
            <a:xfrm>
              <a:off x="9504000" y="7646400"/>
              <a:ext cx="919440" cy="498240"/>
            </a:xfrm>
            <a:custGeom>
              <a:avLst/>
              <a:gdLst>
                <a:gd name="textAreaLeft" fmla="*/ 0 w 919440"/>
                <a:gd name="textAreaRight" fmla="*/ 919800 w 91944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2213" h="131356">
                  <a:moveTo>
                    <a:pt x="0" y="0"/>
                  </a:moveTo>
                  <a:lnTo>
                    <a:pt x="242213" y="0"/>
                  </a:lnTo>
                  <a:lnTo>
                    <a:pt x="242213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3" name="TextBox 38"/>
            <p:cNvSpPr/>
            <p:nvPr/>
          </p:nvSpPr>
          <p:spPr>
            <a:xfrm>
              <a:off x="9504000" y="7501680"/>
              <a:ext cx="91944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34" name="TextBox 39"/>
          <p:cNvSpPr/>
          <p:nvPr/>
        </p:nvSpPr>
        <p:spPr>
          <a:xfrm>
            <a:off x="6388920" y="7512840"/>
            <a:ext cx="109105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&lt;p&gt;This is a &lt;br&gt; paragraph with a line break.&lt;/p&gt;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"/>
          <p:cNvGrpSpPr/>
          <p:nvPr/>
        </p:nvGrpSpPr>
        <p:grpSpPr>
          <a:xfrm>
            <a:off x="0" y="-144720"/>
            <a:ext cx="5145840" cy="10772280"/>
            <a:chOff x="0" y="-144720"/>
            <a:chExt cx="5145840" cy="10772280"/>
          </a:xfrm>
        </p:grpSpPr>
        <p:sp>
          <p:nvSpPr>
            <p:cNvPr id="236" name="Freeform 3"/>
            <p:cNvSpPr/>
            <p:nvPr/>
          </p:nvSpPr>
          <p:spPr>
            <a:xfrm>
              <a:off x="0" y="0"/>
              <a:ext cx="5145840" cy="1062756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627560"/>
                <a:gd name="textAreaBottom" fmla="*/ 10627920 h 10627560"/>
              </a:gdLst>
              <a:ahLst/>
              <a:rect l="textAreaLeft" t="textAreaTop" r="textAreaRight" b="textAreaBottom"/>
              <a:pathLst>
                <a:path w="1355362" h="2799084">
                  <a:moveTo>
                    <a:pt x="0" y="0"/>
                  </a:moveTo>
                  <a:lnTo>
                    <a:pt x="1355362" y="0"/>
                  </a:lnTo>
                  <a:lnTo>
                    <a:pt x="1355362" y="2799084"/>
                  </a:lnTo>
                  <a:lnTo>
                    <a:pt x="0" y="2799084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TextBox 4"/>
            <p:cNvSpPr/>
            <p:nvPr/>
          </p:nvSpPr>
          <p:spPr>
            <a:xfrm>
              <a:off x="0" y="-144720"/>
              <a:ext cx="5145840" cy="1077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38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9" name="Group 6"/>
          <p:cNvGrpSpPr/>
          <p:nvPr/>
        </p:nvGrpSpPr>
        <p:grpSpPr>
          <a:xfrm>
            <a:off x="9030240" y="1855800"/>
            <a:ext cx="7802280" cy="999720"/>
            <a:chOff x="9030240" y="1855800"/>
            <a:chExt cx="7802280" cy="999720"/>
          </a:xfrm>
        </p:grpSpPr>
        <p:sp>
          <p:nvSpPr>
            <p:cNvPr id="240" name="Freeform 7"/>
            <p:cNvSpPr/>
            <p:nvPr/>
          </p:nvSpPr>
          <p:spPr>
            <a:xfrm>
              <a:off x="9030240" y="2000520"/>
              <a:ext cx="7802280" cy="855000"/>
            </a:xfrm>
            <a:custGeom>
              <a:avLst/>
              <a:gdLst>
                <a:gd name="textAreaLeft" fmla="*/ 0 w 7802280"/>
                <a:gd name="textAreaRight" fmla="*/ 7802640 w 78022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2054998" h="225313">
                  <a:moveTo>
                    <a:pt x="0" y="0"/>
                  </a:moveTo>
                  <a:lnTo>
                    <a:pt x="2054998" y="0"/>
                  </a:lnTo>
                  <a:lnTo>
                    <a:pt x="2054998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1" name="TextBox 8"/>
            <p:cNvSpPr/>
            <p:nvPr/>
          </p:nvSpPr>
          <p:spPr>
            <a:xfrm>
              <a:off x="9030240" y="1855800"/>
              <a:ext cx="78022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42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10"/>
          <p:cNvSpPr/>
          <p:nvPr/>
        </p:nvSpPr>
        <p:spPr>
          <a:xfrm>
            <a:off x="5673960" y="1928880"/>
            <a:ext cx="1115856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IS NOT CASE SENSITIVE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45" name="Group 12"/>
          <p:cNvGrpSpPr/>
          <p:nvPr/>
        </p:nvGrpSpPr>
        <p:grpSpPr>
          <a:xfrm>
            <a:off x="1028880" y="3156480"/>
            <a:ext cx="2737800" cy="517320"/>
            <a:chOff x="1028880" y="3156480"/>
            <a:chExt cx="2737800" cy="517320"/>
          </a:xfrm>
        </p:grpSpPr>
        <p:sp>
          <p:nvSpPr>
            <p:cNvPr id="246" name="Freeform 13"/>
            <p:cNvSpPr/>
            <p:nvPr/>
          </p:nvSpPr>
          <p:spPr>
            <a:xfrm>
              <a:off x="1028880" y="3301200"/>
              <a:ext cx="2737800" cy="372600"/>
            </a:xfrm>
            <a:custGeom>
              <a:avLst/>
              <a:gdLst>
                <a:gd name="textAreaLeft" fmla="*/ 0 w 2737800"/>
                <a:gd name="textAreaRight" fmla="*/ 2738160 w 273780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721138" h="98261">
                  <a:moveTo>
                    <a:pt x="0" y="0"/>
                  </a:moveTo>
                  <a:lnTo>
                    <a:pt x="721138" y="0"/>
                  </a:lnTo>
                  <a:lnTo>
                    <a:pt x="721138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TextBox 14"/>
            <p:cNvSpPr/>
            <p:nvPr/>
          </p:nvSpPr>
          <p:spPr>
            <a:xfrm>
              <a:off x="1028880" y="3156480"/>
              <a:ext cx="273780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48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49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250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52" name="Group 19"/>
          <p:cNvGrpSpPr/>
          <p:nvPr/>
        </p:nvGrpSpPr>
        <p:grpSpPr>
          <a:xfrm>
            <a:off x="14323680" y="3407040"/>
            <a:ext cx="801000" cy="667800"/>
            <a:chOff x="14323680" y="3407040"/>
            <a:chExt cx="801000" cy="667800"/>
          </a:xfrm>
        </p:grpSpPr>
        <p:sp>
          <p:nvSpPr>
            <p:cNvPr id="253" name="Freeform 20"/>
            <p:cNvSpPr/>
            <p:nvPr/>
          </p:nvSpPr>
          <p:spPr>
            <a:xfrm>
              <a:off x="14323680" y="3551760"/>
              <a:ext cx="801000" cy="523080"/>
            </a:xfrm>
            <a:custGeom>
              <a:avLst/>
              <a:gdLst>
                <a:gd name="textAreaLeft" fmla="*/ 0 w 801000"/>
                <a:gd name="textAreaRight" fmla="*/ 801360 w 80100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11013" h="137899">
                  <a:moveTo>
                    <a:pt x="0" y="0"/>
                  </a:moveTo>
                  <a:lnTo>
                    <a:pt x="211013" y="0"/>
                  </a:lnTo>
                  <a:lnTo>
                    <a:pt x="21101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4" name="TextBox 21"/>
            <p:cNvSpPr/>
            <p:nvPr/>
          </p:nvSpPr>
          <p:spPr>
            <a:xfrm>
              <a:off x="14323680" y="3407040"/>
              <a:ext cx="80100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55" name="Group 22"/>
          <p:cNvGrpSpPr/>
          <p:nvPr/>
        </p:nvGrpSpPr>
        <p:grpSpPr>
          <a:xfrm>
            <a:off x="9210240" y="3986640"/>
            <a:ext cx="676800" cy="667800"/>
            <a:chOff x="9210240" y="3986640"/>
            <a:chExt cx="676800" cy="667800"/>
          </a:xfrm>
        </p:grpSpPr>
        <p:sp>
          <p:nvSpPr>
            <p:cNvPr id="256" name="Freeform 23"/>
            <p:cNvSpPr/>
            <p:nvPr/>
          </p:nvSpPr>
          <p:spPr>
            <a:xfrm>
              <a:off x="9210240" y="4131360"/>
              <a:ext cx="676800" cy="523080"/>
            </a:xfrm>
            <a:custGeom>
              <a:avLst/>
              <a:gdLst>
                <a:gd name="textAreaLeft" fmla="*/ 0 w 676800"/>
                <a:gd name="textAreaRight" fmla="*/ 677160 w 67680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178359" h="137899">
                  <a:moveTo>
                    <a:pt x="0" y="0"/>
                  </a:moveTo>
                  <a:lnTo>
                    <a:pt x="178359" y="0"/>
                  </a:lnTo>
                  <a:lnTo>
                    <a:pt x="178359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TextBox 24"/>
            <p:cNvSpPr/>
            <p:nvPr/>
          </p:nvSpPr>
          <p:spPr>
            <a:xfrm>
              <a:off x="9210240" y="3986640"/>
              <a:ext cx="67680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58" name="TextBox 25"/>
          <p:cNvSpPr/>
          <p:nvPr/>
        </p:nvSpPr>
        <p:spPr>
          <a:xfrm>
            <a:off x="6388920" y="3408120"/>
            <a:ext cx="109105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HTML tags are not case sensitive: &lt;P&gt; means the same as &lt;p&gt;.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roup 2"/>
          <p:cNvGrpSpPr/>
          <p:nvPr/>
        </p:nvGrpSpPr>
        <p:grpSpPr>
          <a:xfrm>
            <a:off x="0" y="-144720"/>
            <a:ext cx="5145840" cy="10942560"/>
            <a:chOff x="0" y="-144720"/>
            <a:chExt cx="5145840" cy="10942560"/>
          </a:xfrm>
        </p:grpSpPr>
        <p:sp>
          <p:nvSpPr>
            <p:cNvPr id="260" name="Freeform 3"/>
            <p:cNvSpPr/>
            <p:nvPr/>
          </p:nvSpPr>
          <p:spPr>
            <a:xfrm>
              <a:off x="0" y="0"/>
              <a:ext cx="5145840" cy="1079784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797840"/>
                <a:gd name="textAreaBottom" fmla="*/ 10798200 h 10797840"/>
              </a:gdLst>
              <a:ahLst/>
              <a:rect l="textAreaLeft" t="textAreaTop" r="textAreaRight" b="textAreaBottom"/>
              <a:pathLst>
                <a:path w="1355362" h="2843959">
                  <a:moveTo>
                    <a:pt x="0" y="0"/>
                  </a:moveTo>
                  <a:lnTo>
                    <a:pt x="1355362" y="0"/>
                  </a:lnTo>
                  <a:lnTo>
                    <a:pt x="1355362" y="2843959"/>
                  </a:lnTo>
                  <a:lnTo>
                    <a:pt x="0" y="2843959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1" name="TextBox 4"/>
            <p:cNvSpPr/>
            <p:nvPr/>
          </p:nvSpPr>
          <p:spPr>
            <a:xfrm>
              <a:off x="0" y="-144720"/>
              <a:ext cx="5145840" cy="1094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62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3" name="Group 6"/>
          <p:cNvGrpSpPr/>
          <p:nvPr/>
        </p:nvGrpSpPr>
        <p:grpSpPr>
          <a:xfrm>
            <a:off x="7943040" y="1855800"/>
            <a:ext cx="4247280" cy="999720"/>
            <a:chOff x="7943040" y="1855800"/>
            <a:chExt cx="4247280" cy="999720"/>
          </a:xfrm>
        </p:grpSpPr>
        <p:sp>
          <p:nvSpPr>
            <p:cNvPr id="264" name="Freeform 7"/>
            <p:cNvSpPr/>
            <p:nvPr/>
          </p:nvSpPr>
          <p:spPr>
            <a:xfrm>
              <a:off x="7943040" y="2000520"/>
              <a:ext cx="4247280" cy="855000"/>
            </a:xfrm>
            <a:custGeom>
              <a:avLst/>
              <a:gdLst>
                <a:gd name="textAreaLeft" fmla="*/ 0 w 4247280"/>
                <a:gd name="textAreaRight" fmla="*/ 4247640 w 42472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118673" h="225313">
                  <a:moveTo>
                    <a:pt x="0" y="0"/>
                  </a:moveTo>
                  <a:lnTo>
                    <a:pt x="1118673" y="0"/>
                  </a:lnTo>
                  <a:lnTo>
                    <a:pt x="1118673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5" name="TextBox 8"/>
            <p:cNvSpPr/>
            <p:nvPr/>
          </p:nvSpPr>
          <p:spPr>
            <a:xfrm>
              <a:off x="7943040" y="1855800"/>
              <a:ext cx="42472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66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10"/>
          <p:cNvSpPr/>
          <p:nvPr/>
        </p:nvSpPr>
        <p:spPr>
          <a:xfrm>
            <a:off x="5673960" y="1928880"/>
            <a:ext cx="651600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ATTRIBUTE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9" name="Group 12"/>
          <p:cNvGrpSpPr/>
          <p:nvPr/>
        </p:nvGrpSpPr>
        <p:grpSpPr>
          <a:xfrm>
            <a:off x="956160" y="3482280"/>
            <a:ext cx="2076480" cy="517320"/>
            <a:chOff x="956160" y="3482280"/>
            <a:chExt cx="2076480" cy="517320"/>
          </a:xfrm>
        </p:grpSpPr>
        <p:sp>
          <p:nvSpPr>
            <p:cNvPr id="270" name="Freeform 13"/>
            <p:cNvSpPr/>
            <p:nvPr/>
          </p:nvSpPr>
          <p:spPr>
            <a:xfrm>
              <a:off x="956160" y="3627000"/>
              <a:ext cx="2076480" cy="372600"/>
            </a:xfrm>
            <a:custGeom>
              <a:avLst/>
              <a:gdLst>
                <a:gd name="textAreaLeft" fmla="*/ 0 w 2076480"/>
                <a:gd name="textAreaRight" fmla="*/ 2076840 w 207648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546984" h="98261">
                  <a:moveTo>
                    <a:pt x="0" y="0"/>
                  </a:moveTo>
                  <a:lnTo>
                    <a:pt x="546984" y="0"/>
                  </a:lnTo>
                  <a:lnTo>
                    <a:pt x="546984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1" name="TextBox 14"/>
            <p:cNvSpPr/>
            <p:nvPr/>
          </p:nvSpPr>
          <p:spPr>
            <a:xfrm>
              <a:off x="956160" y="3482280"/>
              <a:ext cx="20764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72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73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274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76" name="Group 19"/>
          <p:cNvGrpSpPr/>
          <p:nvPr/>
        </p:nvGrpSpPr>
        <p:grpSpPr>
          <a:xfrm>
            <a:off x="12103560" y="3396960"/>
            <a:ext cx="2329920" cy="667800"/>
            <a:chOff x="12103560" y="3396960"/>
            <a:chExt cx="2329920" cy="667800"/>
          </a:xfrm>
        </p:grpSpPr>
        <p:sp>
          <p:nvSpPr>
            <p:cNvPr id="277" name="Freeform 20"/>
            <p:cNvSpPr/>
            <p:nvPr/>
          </p:nvSpPr>
          <p:spPr>
            <a:xfrm>
              <a:off x="12103560" y="3541680"/>
              <a:ext cx="2329920" cy="523080"/>
            </a:xfrm>
            <a:custGeom>
              <a:avLst/>
              <a:gdLst>
                <a:gd name="textAreaLeft" fmla="*/ 0 w 2329920"/>
                <a:gd name="textAreaRight" fmla="*/ 2330280 w 232992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613745" h="137899">
                  <a:moveTo>
                    <a:pt x="0" y="0"/>
                  </a:moveTo>
                  <a:lnTo>
                    <a:pt x="613745" y="0"/>
                  </a:lnTo>
                  <a:lnTo>
                    <a:pt x="613745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8" name="TextBox 21"/>
            <p:cNvSpPr/>
            <p:nvPr/>
          </p:nvSpPr>
          <p:spPr>
            <a:xfrm>
              <a:off x="12103560" y="3396960"/>
              <a:ext cx="232992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79" name="Group 22"/>
          <p:cNvGrpSpPr/>
          <p:nvPr/>
        </p:nvGrpSpPr>
        <p:grpSpPr>
          <a:xfrm>
            <a:off x="6388920" y="7781760"/>
            <a:ext cx="2543040" cy="642960"/>
            <a:chOff x="6388920" y="7781760"/>
            <a:chExt cx="2543040" cy="642960"/>
          </a:xfrm>
        </p:grpSpPr>
        <p:sp>
          <p:nvSpPr>
            <p:cNvPr id="280" name="Freeform 23"/>
            <p:cNvSpPr/>
            <p:nvPr/>
          </p:nvSpPr>
          <p:spPr>
            <a:xfrm>
              <a:off x="6388920" y="7926480"/>
              <a:ext cx="2543040" cy="498240"/>
            </a:xfrm>
            <a:custGeom>
              <a:avLst/>
              <a:gdLst>
                <a:gd name="textAreaLeft" fmla="*/ 0 w 2543040"/>
                <a:gd name="textAreaRight" fmla="*/ 2543400 w 254304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669871" h="131356">
                  <a:moveTo>
                    <a:pt x="0" y="0"/>
                  </a:moveTo>
                  <a:lnTo>
                    <a:pt x="669871" y="0"/>
                  </a:lnTo>
                  <a:lnTo>
                    <a:pt x="66987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0097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extBox 24"/>
            <p:cNvSpPr/>
            <p:nvPr/>
          </p:nvSpPr>
          <p:spPr>
            <a:xfrm>
              <a:off x="6388920" y="7781760"/>
              <a:ext cx="254304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82" name="Group 25"/>
          <p:cNvGrpSpPr/>
          <p:nvPr/>
        </p:nvGrpSpPr>
        <p:grpSpPr>
          <a:xfrm>
            <a:off x="14747400" y="6158880"/>
            <a:ext cx="2021400" cy="642960"/>
            <a:chOff x="14747400" y="6158880"/>
            <a:chExt cx="2021400" cy="642960"/>
          </a:xfrm>
        </p:grpSpPr>
        <p:sp>
          <p:nvSpPr>
            <p:cNvPr id="283" name="Freeform 26"/>
            <p:cNvSpPr/>
            <p:nvPr/>
          </p:nvSpPr>
          <p:spPr>
            <a:xfrm>
              <a:off x="14747400" y="6303600"/>
              <a:ext cx="2021400" cy="498240"/>
            </a:xfrm>
            <a:custGeom>
              <a:avLst/>
              <a:gdLst>
                <a:gd name="textAreaLeft" fmla="*/ 0 w 2021400"/>
                <a:gd name="textAreaRight" fmla="*/ 2021760 w 20214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532471" h="131356">
                  <a:moveTo>
                    <a:pt x="0" y="0"/>
                  </a:moveTo>
                  <a:lnTo>
                    <a:pt x="532471" y="0"/>
                  </a:lnTo>
                  <a:lnTo>
                    <a:pt x="53247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4" name="TextBox 27"/>
            <p:cNvSpPr/>
            <p:nvPr/>
          </p:nvSpPr>
          <p:spPr>
            <a:xfrm>
              <a:off x="14747400" y="6158880"/>
              <a:ext cx="20214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85" name="TextBox 28"/>
          <p:cNvSpPr/>
          <p:nvPr/>
        </p:nvSpPr>
        <p:spPr>
          <a:xfrm>
            <a:off x="6388920" y="3408120"/>
            <a:ext cx="10910520" cy="60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All HTML elements can have attributes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Attributes provide additional information about elements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Attributes are always specified in the start tag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Attributes usually come in name/value pairs like: name="value"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86" name="Group 29"/>
          <p:cNvGrpSpPr/>
          <p:nvPr/>
        </p:nvGrpSpPr>
        <p:grpSpPr>
          <a:xfrm>
            <a:off x="5902560" y="4743000"/>
            <a:ext cx="277920" cy="277920"/>
            <a:chOff x="5902560" y="4743000"/>
            <a:chExt cx="277920" cy="277920"/>
          </a:xfrm>
        </p:grpSpPr>
        <p:sp>
          <p:nvSpPr>
            <p:cNvPr id="287" name="Freeform 30"/>
            <p:cNvSpPr/>
            <p:nvPr/>
          </p:nvSpPr>
          <p:spPr>
            <a:xfrm>
              <a:off x="5902560" y="47430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8" name="TextBox 31"/>
            <p:cNvSpPr/>
            <p:nvPr/>
          </p:nvSpPr>
          <p:spPr>
            <a:xfrm>
              <a:off x="5928480" y="475596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89" name="Group 32"/>
          <p:cNvGrpSpPr/>
          <p:nvPr/>
        </p:nvGrpSpPr>
        <p:grpSpPr>
          <a:xfrm>
            <a:off x="5904360" y="6414120"/>
            <a:ext cx="277920" cy="277920"/>
            <a:chOff x="5904360" y="6414120"/>
            <a:chExt cx="277920" cy="277920"/>
          </a:xfrm>
        </p:grpSpPr>
        <p:sp>
          <p:nvSpPr>
            <p:cNvPr id="290" name="Freeform 33"/>
            <p:cNvSpPr/>
            <p:nvPr/>
          </p:nvSpPr>
          <p:spPr>
            <a:xfrm>
              <a:off x="5904360" y="64141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1" name="TextBox 34"/>
            <p:cNvSpPr/>
            <p:nvPr/>
          </p:nvSpPr>
          <p:spPr>
            <a:xfrm>
              <a:off x="5930640" y="64270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92" name="Group 35"/>
          <p:cNvGrpSpPr/>
          <p:nvPr/>
        </p:nvGrpSpPr>
        <p:grpSpPr>
          <a:xfrm>
            <a:off x="5902560" y="7482600"/>
            <a:ext cx="277920" cy="277920"/>
            <a:chOff x="5902560" y="7482600"/>
            <a:chExt cx="277920" cy="277920"/>
          </a:xfrm>
        </p:grpSpPr>
        <p:sp>
          <p:nvSpPr>
            <p:cNvPr id="293" name="Freeform 36"/>
            <p:cNvSpPr/>
            <p:nvPr/>
          </p:nvSpPr>
          <p:spPr>
            <a:xfrm>
              <a:off x="5902560" y="74826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4" name="TextBox 37"/>
            <p:cNvSpPr/>
            <p:nvPr/>
          </p:nvSpPr>
          <p:spPr>
            <a:xfrm>
              <a:off x="5928480" y="749556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roup 2"/>
          <p:cNvGrpSpPr/>
          <p:nvPr/>
        </p:nvGrpSpPr>
        <p:grpSpPr>
          <a:xfrm>
            <a:off x="0" y="-144720"/>
            <a:ext cx="5145840" cy="10857240"/>
            <a:chOff x="0" y="-144720"/>
            <a:chExt cx="5145840" cy="10857240"/>
          </a:xfrm>
        </p:grpSpPr>
        <p:sp>
          <p:nvSpPr>
            <p:cNvPr id="296" name="Freeform 3"/>
            <p:cNvSpPr/>
            <p:nvPr/>
          </p:nvSpPr>
          <p:spPr>
            <a:xfrm>
              <a:off x="0" y="0"/>
              <a:ext cx="5145840" cy="1071252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1355362" h="2821521">
                  <a:moveTo>
                    <a:pt x="0" y="0"/>
                  </a:moveTo>
                  <a:lnTo>
                    <a:pt x="1355362" y="0"/>
                  </a:lnTo>
                  <a:lnTo>
                    <a:pt x="1355362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7" name="TextBox 4"/>
            <p:cNvSpPr/>
            <p:nvPr/>
          </p:nvSpPr>
          <p:spPr>
            <a:xfrm>
              <a:off x="0" y="-144720"/>
              <a:ext cx="514584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98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9" name="Group 6"/>
          <p:cNvGrpSpPr/>
          <p:nvPr/>
        </p:nvGrpSpPr>
        <p:grpSpPr>
          <a:xfrm>
            <a:off x="7943040" y="1855800"/>
            <a:ext cx="4247280" cy="999720"/>
            <a:chOff x="7943040" y="1855800"/>
            <a:chExt cx="4247280" cy="999720"/>
          </a:xfrm>
        </p:grpSpPr>
        <p:sp>
          <p:nvSpPr>
            <p:cNvPr id="300" name="Freeform 7"/>
            <p:cNvSpPr/>
            <p:nvPr/>
          </p:nvSpPr>
          <p:spPr>
            <a:xfrm>
              <a:off x="7943040" y="2000520"/>
              <a:ext cx="4247280" cy="855000"/>
            </a:xfrm>
            <a:custGeom>
              <a:avLst/>
              <a:gdLst>
                <a:gd name="textAreaLeft" fmla="*/ 0 w 4247280"/>
                <a:gd name="textAreaRight" fmla="*/ 4247640 w 42472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118673" h="225313">
                  <a:moveTo>
                    <a:pt x="0" y="0"/>
                  </a:moveTo>
                  <a:lnTo>
                    <a:pt x="1118673" y="0"/>
                  </a:lnTo>
                  <a:lnTo>
                    <a:pt x="1118673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1" name="TextBox 8"/>
            <p:cNvSpPr/>
            <p:nvPr/>
          </p:nvSpPr>
          <p:spPr>
            <a:xfrm>
              <a:off x="7943040" y="1855800"/>
              <a:ext cx="42472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02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10"/>
          <p:cNvSpPr/>
          <p:nvPr/>
        </p:nvSpPr>
        <p:spPr>
          <a:xfrm>
            <a:off x="5673960" y="1928880"/>
            <a:ext cx="651600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HREF ATTRIBUTE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05" name="Group 12"/>
          <p:cNvGrpSpPr/>
          <p:nvPr/>
        </p:nvGrpSpPr>
        <p:grpSpPr>
          <a:xfrm>
            <a:off x="956160" y="3833640"/>
            <a:ext cx="2076480" cy="517320"/>
            <a:chOff x="956160" y="3833640"/>
            <a:chExt cx="2076480" cy="517320"/>
          </a:xfrm>
        </p:grpSpPr>
        <p:sp>
          <p:nvSpPr>
            <p:cNvPr id="306" name="Freeform 13"/>
            <p:cNvSpPr/>
            <p:nvPr/>
          </p:nvSpPr>
          <p:spPr>
            <a:xfrm>
              <a:off x="956160" y="3978360"/>
              <a:ext cx="2076480" cy="372600"/>
            </a:xfrm>
            <a:custGeom>
              <a:avLst/>
              <a:gdLst>
                <a:gd name="textAreaLeft" fmla="*/ 0 w 2076480"/>
                <a:gd name="textAreaRight" fmla="*/ 2076840 w 207648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546984" h="98261">
                  <a:moveTo>
                    <a:pt x="0" y="0"/>
                  </a:moveTo>
                  <a:lnTo>
                    <a:pt x="546984" y="0"/>
                  </a:lnTo>
                  <a:lnTo>
                    <a:pt x="546984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7" name="TextBox 14"/>
            <p:cNvSpPr/>
            <p:nvPr/>
          </p:nvSpPr>
          <p:spPr>
            <a:xfrm>
              <a:off x="956160" y="3833640"/>
              <a:ext cx="20764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08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09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310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12" name="Group 19"/>
          <p:cNvGrpSpPr/>
          <p:nvPr/>
        </p:nvGrpSpPr>
        <p:grpSpPr>
          <a:xfrm>
            <a:off x="7280280" y="3639240"/>
            <a:ext cx="821160" cy="667800"/>
            <a:chOff x="7280280" y="3639240"/>
            <a:chExt cx="821160" cy="667800"/>
          </a:xfrm>
        </p:grpSpPr>
        <p:sp>
          <p:nvSpPr>
            <p:cNvPr id="313" name="Freeform 20"/>
            <p:cNvSpPr/>
            <p:nvPr/>
          </p:nvSpPr>
          <p:spPr>
            <a:xfrm>
              <a:off x="7280280" y="3783960"/>
              <a:ext cx="821160" cy="523080"/>
            </a:xfrm>
            <a:custGeom>
              <a:avLst/>
              <a:gdLst>
                <a:gd name="textAreaLeft" fmla="*/ 0 w 821160"/>
                <a:gd name="textAreaRight" fmla="*/ 821520 w 82116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16328" h="137899">
                  <a:moveTo>
                    <a:pt x="0" y="0"/>
                  </a:moveTo>
                  <a:lnTo>
                    <a:pt x="216328" y="0"/>
                  </a:lnTo>
                  <a:lnTo>
                    <a:pt x="216328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4" name="TextBox 21"/>
            <p:cNvSpPr/>
            <p:nvPr/>
          </p:nvSpPr>
          <p:spPr>
            <a:xfrm>
              <a:off x="7280280" y="3639240"/>
              <a:ext cx="82116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15" name="TextBox 22"/>
          <p:cNvSpPr/>
          <p:nvPr/>
        </p:nvSpPr>
        <p:spPr>
          <a:xfrm>
            <a:off x="6388920" y="3696120"/>
            <a:ext cx="109105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&lt;a&gt; tag defines a hyperlink. The href attribute specifies the URL of the page the link goes to: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16" name="Group 23"/>
          <p:cNvGrpSpPr/>
          <p:nvPr/>
        </p:nvGrpSpPr>
        <p:grpSpPr>
          <a:xfrm>
            <a:off x="5904360" y="5686560"/>
            <a:ext cx="277920" cy="277920"/>
            <a:chOff x="5904360" y="5686560"/>
            <a:chExt cx="277920" cy="277920"/>
          </a:xfrm>
        </p:grpSpPr>
        <p:sp>
          <p:nvSpPr>
            <p:cNvPr id="317" name="Freeform 24"/>
            <p:cNvSpPr/>
            <p:nvPr/>
          </p:nvSpPr>
          <p:spPr>
            <a:xfrm>
              <a:off x="5904360" y="56865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8" name="TextBox 25"/>
            <p:cNvSpPr/>
            <p:nvPr/>
          </p:nvSpPr>
          <p:spPr>
            <a:xfrm>
              <a:off x="5930640" y="56998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19" name="TextBox 26"/>
          <p:cNvSpPr/>
          <p:nvPr/>
        </p:nvSpPr>
        <p:spPr>
          <a:xfrm>
            <a:off x="6388920" y="546012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20" name="Group 27"/>
          <p:cNvGrpSpPr/>
          <p:nvPr/>
        </p:nvGrpSpPr>
        <p:grpSpPr>
          <a:xfrm>
            <a:off x="6388920" y="6437160"/>
            <a:ext cx="9007920" cy="678960"/>
            <a:chOff x="6388920" y="6437160"/>
            <a:chExt cx="9007920" cy="678960"/>
          </a:xfrm>
        </p:grpSpPr>
        <p:sp>
          <p:nvSpPr>
            <p:cNvPr id="321" name="Freeform 28"/>
            <p:cNvSpPr/>
            <p:nvPr/>
          </p:nvSpPr>
          <p:spPr>
            <a:xfrm>
              <a:off x="6388920" y="6581880"/>
              <a:ext cx="9007920" cy="534240"/>
            </a:xfrm>
            <a:custGeom>
              <a:avLst/>
              <a:gdLst>
                <a:gd name="textAreaLeft" fmla="*/ 0 w 9007920"/>
                <a:gd name="textAreaRight" fmla="*/ 9008280 w 900792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372535" h="140842">
                  <a:moveTo>
                    <a:pt x="0" y="0"/>
                  </a:moveTo>
                  <a:lnTo>
                    <a:pt x="2372535" y="0"/>
                  </a:lnTo>
                  <a:lnTo>
                    <a:pt x="237253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2" name="TextBox 29"/>
            <p:cNvSpPr/>
            <p:nvPr/>
          </p:nvSpPr>
          <p:spPr>
            <a:xfrm>
              <a:off x="6388920" y="6437160"/>
              <a:ext cx="900792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23" name="Group 30"/>
          <p:cNvGrpSpPr/>
          <p:nvPr/>
        </p:nvGrpSpPr>
        <p:grpSpPr>
          <a:xfrm>
            <a:off x="10390680" y="7000560"/>
            <a:ext cx="951480" cy="678960"/>
            <a:chOff x="10390680" y="7000560"/>
            <a:chExt cx="951480" cy="678960"/>
          </a:xfrm>
        </p:grpSpPr>
        <p:sp>
          <p:nvSpPr>
            <p:cNvPr id="324" name="Freeform 31"/>
            <p:cNvSpPr/>
            <p:nvPr/>
          </p:nvSpPr>
          <p:spPr>
            <a:xfrm>
              <a:off x="10390680" y="7145280"/>
              <a:ext cx="951480" cy="534240"/>
            </a:xfrm>
            <a:custGeom>
              <a:avLst/>
              <a:gdLst>
                <a:gd name="textAreaLeft" fmla="*/ 0 w 951480"/>
                <a:gd name="textAreaRight" fmla="*/ 951840 w 95148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50669" h="140842">
                  <a:moveTo>
                    <a:pt x="0" y="0"/>
                  </a:moveTo>
                  <a:lnTo>
                    <a:pt x="250669" y="0"/>
                  </a:lnTo>
                  <a:lnTo>
                    <a:pt x="250669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5" name="TextBox 32"/>
            <p:cNvSpPr/>
            <p:nvPr/>
          </p:nvSpPr>
          <p:spPr>
            <a:xfrm>
              <a:off x="10390680" y="7000560"/>
              <a:ext cx="95148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26" name="TextBox 33"/>
          <p:cNvSpPr/>
          <p:nvPr/>
        </p:nvSpPr>
        <p:spPr>
          <a:xfrm>
            <a:off x="6388920" y="6520680"/>
            <a:ext cx="11071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&lt;a href="https://www.reallygreatsite.com"&gt;Visit Really Great Site&lt;/a&gt;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roup 2"/>
          <p:cNvGrpSpPr/>
          <p:nvPr/>
        </p:nvGrpSpPr>
        <p:grpSpPr>
          <a:xfrm>
            <a:off x="0" y="-144720"/>
            <a:ext cx="5145840" cy="10665720"/>
            <a:chOff x="0" y="-144720"/>
            <a:chExt cx="5145840" cy="10665720"/>
          </a:xfrm>
        </p:grpSpPr>
        <p:sp>
          <p:nvSpPr>
            <p:cNvPr id="328" name="Freeform 3"/>
            <p:cNvSpPr/>
            <p:nvPr/>
          </p:nvSpPr>
          <p:spPr>
            <a:xfrm>
              <a:off x="0" y="0"/>
              <a:ext cx="5145840" cy="1052100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521000"/>
                <a:gd name="textAreaBottom" fmla="*/ 10521360 h 10521000"/>
              </a:gdLst>
              <a:ahLst/>
              <a:rect l="textAreaLeft" t="textAreaTop" r="textAreaRight" b="textAreaBottom"/>
              <a:pathLst>
                <a:path w="1355362" h="2771037">
                  <a:moveTo>
                    <a:pt x="0" y="0"/>
                  </a:moveTo>
                  <a:lnTo>
                    <a:pt x="1355362" y="0"/>
                  </a:lnTo>
                  <a:lnTo>
                    <a:pt x="1355362" y="2771037"/>
                  </a:lnTo>
                  <a:lnTo>
                    <a:pt x="0" y="2771037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9" name="TextBox 4"/>
            <p:cNvSpPr/>
            <p:nvPr/>
          </p:nvSpPr>
          <p:spPr>
            <a:xfrm>
              <a:off x="0" y="-144720"/>
              <a:ext cx="5145840" cy="1066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30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1" name="Group 6"/>
          <p:cNvGrpSpPr/>
          <p:nvPr/>
        </p:nvGrpSpPr>
        <p:grpSpPr>
          <a:xfrm>
            <a:off x="7943040" y="1855800"/>
            <a:ext cx="4247280" cy="999720"/>
            <a:chOff x="7943040" y="1855800"/>
            <a:chExt cx="4247280" cy="999720"/>
          </a:xfrm>
        </p:grpSpPr>
        <p:sp>
          <p:nvSpPr>
            <p:cNvPr id="332" name="Freeform 7"/>
            <p:cNvSpPr/>
            <p:nvPr/>
          </p:nvSpPr>
          <p:spPr>
            <a:xfrm>
              <a:off x="7943040" y="2000520"/>
              <a:ext cx="4247280" cy="855000"/>
            </a:xfrm>
            <a:custGeom>
              <a:avLst/>
              <a:gdLst>
                <a:gd name="textAreaLeft" fmla="*/ 0 w 4247280"/>
                <a:gd name="textAreaRight" fmla="*/ 4247640 w 42472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118673" h="225313">
                  <a:moveTo>
                    <a:pt x="0" y="0"/>
                  </a:moveTo>
                  <a:lnTo>
                    <a:pt x="1118673" y="0"/>
                  </a:lnTo>
                  <a:lnTo>
                    <a:pt x="1118673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3" name="TextBox 8"/>
            <p:cNvSpPr/>
            <p:nvPr/>
          </p:nvSpPr>
          <p:spPr>
            <a:xfrm>
              <a:off x="7943040" y="1855800"/>
              <a:ext cx="42472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34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10"/>
          <p:cNvSpPr/>
          <p:nvPr/>
        </p:nvSpPr>
        <p:spPr>
          <a:xfrm>
            <a:off x="5952240" y="1928880"/>
            <a:ext cx="651600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SRC ATTRIBUTE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37" name="Group 12"/>
          <p:cNvGrpSpPr/>
          <p:nvPr/>
        </p:nvGrpSpPr>
        <p:grpSpPr>
          <a:xfrm>
            <a:off x="956160" y="4157640"/>
            <a:ext cx="1869480" cy="517320"/>
            <a:chOff x="956160" y="4157640"/>
            <a:chExt cx="1869480" cy="517320"/>
          </a:xfrm>
        </p:grpSpPr>
        <p:sp>
          <p:nvSpPr>
            <p:cNvPr id="338" name="Freeform 13"/>
            <p:cNvSpPr/>
            <p:nvPr/>
          </p:nvSpPr>
          <p:spPr>
            <a:xfrm>
              <a:off x="956160" y="4302360"/>
              <a:ext cx="1869480" cy="372600"/>
            </a:xfrm>
            <a:custGeom>
              <a:avLst/>
              <a:gdLst>
                <a:gd name="textAreaLeft" fmla="*/ 0 w 1869480"/>
                <a:gd name="textAreaRight" fmla="*/ 1869840 w 186948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492505" h="98261">
                  <a:moveTo>
                    <a:pt x="0" y="0"/>
                  </a:moveTo>
                  <a:lnTo>
                    <a:pt x="492505" y="0"/>
                  </a:lnTo>
                  <a:lnTo>
                    <a:pt x="492505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9" name="TextBox 14"/>
            <p:cNvSpPr/>
            <p:nvPr/>
          </p:nvSpPr>
          <p:spPr>
            <a:xfrm>
              <a:off x="956160" y="4157640"/>
              <a:ext cx="18694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40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41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342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44" name="Group 19"/>
          <p:cNvGrpSpPr/>
          <p:nvPr/>
        </p:nvGrpSpPr>
        <p:grpSpPr>
          <a:xfrm>
            <a:off x="7211520" y="3407040"/>
            <a:ext cx="1149120" cy="667800"/>
            <a:chOff x="7211520" y="3407040"/>
            <a:chExt cx="1149120" cy="667800"/>
          </a:xfrm>
        </p:grpSpPr>
        <p:sp>
          <p:nvSpPr>
            <p:cNvPr id="345" name="Freeform 20"/>
            <p:cNvSpPr/>
            <p:nvPr/>
          </p:nvSpPr>
          <p:spPr>
            <a:xfrm>
              <a:off x="7211520" y="3551760"/>
              <a:ext cx="1149120" cy="523080"/>
            </a:xfrm>
            <a:custGeom>
              <a:avLst/>
              <a:gdLst>
                <a:gd name="textAreaLeft" fmla="*/ 0 w 1149120"/>
                <a:gd name="textAreaRight" fmla="*/ 1149480 w 114912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302723" h="137899">
                  <a:moveTo>
                    <a:pt x="0" y="0"/>
                  </a:moveTo>
                  <a:lnTo>
                    <a:pt x="302723" y="0"/>
                  </a:lnTo>
                  <a:lnTo>
                    <a:pt x="3027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6" name="TextBox 21"/>
            <p:cNvSpPr/>
            <p:nvPr/>
          </p:nvSpPr>
          <p:spPr>
            <a:xfrm>
              <a:off x="7211520" y="3407040"/>
              <a:ext cx="114912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47" name="TextBox 22"/>
          <p:cNvSpPr/>
          <p:nvPr/>
        </p:nvSpPr>
        <p:spPr>
          <a:xfrm>
            <a:off x="6388920" y="3408120"/>
            <a:ext cx="109105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&lt;img&gt; tag is used to embed an image in an HTML page. The src attribute specifies the path to the image to be displayed: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48" name="Group 23"/>
          <p:cNvGrpSpPr/>
          <p:nvPr/>
        </p:nvGrpSpPr>
        <p:grpSpPr>
          <a:xfrm>
            <a:off x="5904360" y="5686560"/>
            <a:ext cx="277920" cy="277920"/>
            <a:chOff x="5904360" y="5686560"/>
            <a:chExt cx="277920" cy="277920"/>
          </a:xfrm>
        </p:grpSpPr>
        <p:sp>
          <p:nvSpPr>
            <p:cNvPr id="349" name="Freeform 24"/>
            <p:cNvSpPr/>
            <p:nvPr/>
          </p:nvSpPr>
          <p:spPr>
            <a:xfrm>
              <a:off x="5904360" y="56865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0" name="TextBox 25"/>
            <p:cNvSpPr/>
            <p:nvPr/>
          </p:nvSpPr>
          <p:spPr>
            <a:xfrm>
              <a:off x="5930640" y="56998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51" name="TextBox 26"/>
          <p:cNvSpPr/>
          <p:nvPr/>
        </p:nvSpPr>
        <p:spPr>
          <a:xfrm>
            <a:off x="6388920" y="546012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52" name="Group 27"/>
          <p:cNvGrpSpPr/>
          <p:nvPr/>
        </p:nvGrpSpPr>
        <p:grpSpPr>
          <a:xfrm>
            <a:off x="6388920" y="6401160"/>
            <a:ext cx="973440" cy="678960"/>
            <a:chOff x="6388920" y="6401160"/>
            <a:chExt cx="973440" cy="678960"/>
          </a:xfrm>
        </p:grpSpPr>
        <p:sp>
          <p:nvSpPr>
            <p:cNvPr id="353" name="Freeform 28"/>
            <p:cNvSpPr/>
            <p:nvPr/>
          </p:nvSpPr>
          <p:spPr>
            <a:xfrm>
              <a:off x="6388920" y="6545880"/>
              <a:ext cx="973440" cy="534240"/>
            </a:xfrm>
            <a:custGeom>
              <a:avLst/>
              <a:gdLst>
                <a:gd name="textAreaLeft" fmla="*/ 0 w 973440"/>
                <a:gd name="textAreaRight" fmla="*/ 973800 w 97344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56477" h="140842">
                  <a:moveTo>
                    <a:pt x="0" y="0"/>
                  </a:moveTo>
                  <a:lnTo>
                    <a:pt x="256477" y="0"/>
                  </a:lnTo>
                  <a:lnTo>
                    <a:pt x="25647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4" name="TextBox 29"/>
            <p:cNvSpPr/>
            <p:nvPr/>
          </p:nvSpPr>
          <p:spPr>
            <a:xfrm>
              <a:off x="6388920" y="6401160"/>
              <a:ext cx="97344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55" name="Group 30"/>
          <p:cNvGrpSpPr/>
          <p:nvPr/>
        </p:nvGrpSpPr>
        <p:grpSpPr>
          <a:xfrm>
            <a:off x="11753280" y="6365160"/>
            <a:ext cx="320040" cy="678960"/>
            <a:chOff x="11753280" y="6365160"/>
            <a:chExt cx="320040" cy="678960"/>
          </a:xfrm>
        </p:grpSpPr>
        <p:sp>
          <p:nvSpPr>
            <p:cNvPr id="356" name="Freeform 31"/>
            <p:cNvSpPr/>
            <p:nvPr/>
          </p:nvSpPr>
          <p:spPr>
            <a:xfrm>
              <a:off x="11753280" y="6509880"/>
              <a:ext cx="320040" cy="53424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84355" h="140842">
                  <a:moveTo>
                    <a:pt x="0" y="0"/>
                  </a:moveTo>
                  <a:lnTo>
                    <a:pt x="84355" y="0"/>
                  </a:lnTo>
                  <a:lnTo>
                    <a:pt x="8435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extBox 32"/>
            <p:cNvSpPr/>
            <p:nvPr/>
          </p:nvSpPr>
          <p:spPr>
            <a:xfrm>
              <a:off x="11753280" y="6365160"/>
              <a:ext cx="32004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58" name="TextBox 33"/>
          <p:cNvSpPr/>
          <p:nvPr/>
        </p:nvSpPr>
        <p:spPr>
          <a:xfrm>
            <a:off x="6388920" y="6412680"/>
            <a:ext cx="56710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&lt;img src="img_girl.jpg"&gt;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roup 2"/>
          <p:cNvGrpSpPr/>
          <p:nvPr/>
        </p:nvGrpSpPr>
        <p:grpSpPr>
          <a:xfrm>
            <a:off x="0" y="-144720"/>
            <a:ext cx="5145840" cy="10729440"/>
            <a:chOff x="0" y="-144720"/>
            <a:chExt cx="5145840" cy="10729440"/>
          </a:xfrm>
        </p:grpSpPr>
        <p:sp>
          <p:nvSpPr>
            <p:cNvPr id="360" name="Freeform 3"/>
            <p:cNvSpPr/>
            <p:nvPr/>
          </p:nvSpPr>
          <p:spPr>
            <a:xfrm>
              <a:off x="0" y="0"/>
              <a:ext cx="5145840" cy="1058472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584720"/>
                <a:gd name="textAreaBottom" fmla="*/ 10585080 h 10584720"/>
              </a:gdLst>
              <a:ahLst/>
              <a:rect l="textAreaLeft" t="textAreaTop" r="textAreaRight" b="textAreaBottom"/>
              <a:pathLst>
                <a:path w="1355362" h="2787865">
                  <a:moveTo>
                    <a:pt x="0" y="0"/>
                  </a:moveTo>
                  <a:lnTo>
                    <a:pt x="1355362" y="0"/>
                  </a:lnTo>
                  <a:lnTo>
                    <a:pt x="1355362" y="2787865"/>
                  </a:lnTo>
                  <a:lnTo>
                    <a:pt x="0" y="2787865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1" name="TextBox 4"/>
            <p:cNvSpPr/>
            <p:nvPr/>
          </p:nvSpPr>
          <p:spPr>
            <a:xfrm>
              <a:off x="0" y="-144720"/>
              <a:ext cx="5145840" cy="1072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62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3" name="Group 6"/>
          <p:cNvGrpSpPr/>
          <p:nvPr/>
        </p:nvGrpSpPr>
        <p:grpSpPr>
          <a:xfrm>
            <a:off x="10790280" y="1634040"/>
            <a:ext cx="4443840" cy="816120"/>
            <a:chOff x="10790280" y="1634040"/>
            <a:chExt cx="4443840" cy="816120"/>
          </a:xfrm>
        </p:grpSpPr>
        <p:sp>
          <p:nvSpPr>
            <p:cNvPr id="364" name="Freeform 7"/>
            <p:cNvSpPr/>
            <p:nvPr/>
          </p:nvSpPr>
          <p:spPr>
            <a:xfrm>
              <a:off x="10790280" y="1778400"/>
              <a:ext cx="4443840" cy="671400"/>
            </a:xfrm>
            <a:custGeom>
              <a:avLst/>
              <a:gdLst>
                <a:gd name="textAreaLeft" fmla="*/ 0 w 4443840"/>
                <a:gd name="textAreaRight" fmla="*/ 4444200 w 4443840"/>
                <a:gd name="textAreaTop" fmla="*/ 0 h 671400"/>
                <a:gd name="textAreaBottom" fmla="*/ 671760 h 671400"/>
              </a:gdLst>
              <a:ahLst/>
              <a:rect l="textAreaLeft" t="textAreaTop" r="textAreaRight" b="textAreaBottom"/>
              <a:pathLst>
                <a:path w="1170510" h="176931">
                  <a:moveTo>
                    <a:pt x="0" y="0"/>
                  </a:moveTo>
                  <a:lnTo>
                    <a:pt x="1170510" y="0"/>
                  </a:lnTo>
                  <a:lnTo>
                    <a:pt x="1170510" y="176931"/>
                  </a:lnTo>
                  <a:lnTo>
                    <a:pt x="0" y="176931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5" name="TextBox 8"/>
            <p:cNvSpPr/>
            <p:nvPr/>
          </p:nvSpPr>
          <p:spPr>
            <a:xfrm>
              <a:off x="10790280" y="1634040"/>
              <a:ext cx="4443840" cy="81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66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10"/>
          <p:cNvSpPr/>
          <p:nvPr/>
        </p:nvSpPr>
        <p:spPr>
          <a:xfrm>
            <a:off x="5904360" y="1021680"/>
            <a:ext cx="11055960" cy="13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494"/>
              </a:lnSpc>
            </a:pPr>
            <a:r>
              <a:rPr b="1" lang="en-US" sz="3930" spc="534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THERE ARE TWO WAYS TO SPECIFY THE URL IN THE SRC ATTRIBUTE:</a:t>
            </a:r>
            <a:endParaRPr b="0" lang="en-PH" sz="3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69" name="Group 12"/>
          <p:cNvGrpSpPr/>
          <p:nvPr/>
        </p:nvGrpSpPr>
        <p:grpSpPr>
          <a:xfrm>
            <a:off x="956160" y="4157640"/>
            <a:ext cx="1869480" cy="517320"/>
            <a:chOff x="956160" y="4157640"/>
            <a:chExt cx="1869480" cy="517320"/>
          </a:xfrm>
        </p:grpSpPr>
        <p:sp>
          <p:nvSpPr>
            <p:cNvPr id="370" name="Freeform 13"/>
            <p:cNvSpPr/>
            <p:nvPr/>
          </p:nvSpPr>
          <p:spPr>
            <a:xfrm>
              <a:off x="956160" y="4302360"/>
              <a:ext cx="1869480" cy="372600"/>
            </a:xfrm>
            <a:custGeom>
              <a:avLst/>
              <a:gdLst>
                <a:gd name="textAreaLeft" fmla="*/ 0 w 1869480"/>
                <a:gd name="textAreaRight" fmla="*/ 1869840 w 186948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492505" h="98261">
                  <a:moveTo>
                    <a:pt x="0" y="0"/>
                  </a:moveTo>
                  <a:lnTo>
                    <a:pt x="492505" y="0"/>
                  </a:lnTo>
                  <a:lnTo>
                    <a:pt x="492505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1" name="TextBox 14"/>
            <p:cNvSpPr/>
            <p:nvPr/>
          </p:nvSpPr>
          <p:spPr>
            <a:xfrm>
              <a:off x="956160" y="4157640"/>
              <a:ext cx="18694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72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73" name="Group 16"/>
          <p:cNvGrpSpPr/>
          <p:nvPr/>
        </p:nvGrpSpPr>
        <p:grpSpPr>
          <a:xfrm>
            <a:off x="5904360" y="3343320"/>
            <a:ext cx="277920" cy="277920"/>
            <a:chOff x="5904360" y="3343320"/>
            <a:chExt cx="277920" cy="277920"/>
          </a:xfrm>
        </p:grpSpPr>
        <p:sp>
          <p:nvSpPr>
            <p:cNvPr id="374" name="Freeform 17"/>
            <p:cNvSpPr/>
            <p:nvPr/>
          </p:nvSpPr>
          <p:spPr>
            <a:xfrm>
              <a:off x="5904360" y="33433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" name="TextBox 18"/>
            <p:cNvSpPr/>
            <p:nvPr/>
          </p:nvSpPr>
          <p:spPr>
            <a:xfrm>
              <a:off x="5930640" y="3356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76" name="Group 19"/>
          <p:cNvGrpSpPr/>
          <p:nvPr/>
        </p:nvGrpSpPr>
        <p:grpSpPr>
          <a:xfrm>
            <a:off x="6358320" y="3108960"/>
            <a:ext cx="2556720" cy="654840"/>
            <a:chOff x="6358320" y="3108960"/>
            <a:chExt cx="2556720" cy="654840"/>
          </a:xfrm>
        </p:grpSpPr>
        <p:sp>
          <p:nvSpPr>
            <p:cNvPr id="377" name="Freeform 20"/>
            <p:cNvSpPr/>
            <p:nvPr/>
          </p:nvSpPr>
          <p:spPr>
            <a:xfrm>
              <a:off x="6358320" y="3253680"/>
              <a:ext cx="2556720" cy="510120"/>
            </a:xfrm>
            <a:custGeom>
              <a:avLst/>
              <a:gdLst>
                <a:gd name="textAreaLeft" fmla="*/ 0 w 2556720"/>
                <a:gd name="textAreaRight" fmla="*/ 2557080 w 255672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673506" h="134443">
                  <a:moveTo>
                    <a:pt x="0" y="0"/>
                  </a:moveTo>
                  <a:lnTo>
                    <a:pt x="673506" y="0"/>
                  </a:lnTo>
                  <a:lnTo>
                    <a:pt x="673506" y="134443"/>
                  </a:lnTo>
                  <a:lnTo>
                    <a:pt x="0" y="134443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8" name="TextBox 21"/>
            <p:cNvSpPr/>
            <p:nvPr/>
          </p:nvSpPr>
          <p:spPr>
            <a:xfrm>
              <a:off x="6358320" y="3108960"/>
              <a:ext cx="255672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79" name="TextBox 22"/>
          <p:cNvSpPr/>
          <p:nvPr/>
        </p:nvSpPr>
        <p:spPr>
          <a:xfrm>
            <a:off x="6444000" y="3139560"/>
            <a:ext cx="11409120" cy="102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37"/>
              </a:lnSpc>
            </a:pPr>
            <a:r>
              <a:rPr b="0" lang="en-US" sz="2890" spc="-1" strike="noStrike">
                <a:solidFill>
                  <a:srgbClr val="ffffff"/>
                </a:solidFill>
                <a:latin typeface="Consolas"/>
                <a:ea typeface="Consolas"/>
              </a:rPr>
              <a:t>Absolute URL - Links to an external image that is hosted on another website. </a:t>
            </a:r>
            <a:endParaRPr b="0" lang="en-PH" sz="28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80" name="Group 23"/>
          <p:cNvGrpSpPr/>
          <p:nvPr/>
        </p:nvGrpSpPr>
        <p:grpSpPr>
          <a:xfrm>
            <a:off x="6273720" y="6069600"/>
            <a:ext cx="1362960" cy="654840"/>
            <a:chOff x="6273720" y="6069600"/>
            <a:chExt cx="1362960" cy="654840"/>
          </a:xfrm>
        </p:grpSpPr>
        <p:sp>
          <p:nvSpPr>
            <p:cNvPr id="381" name="Freeform 24"/>
            <p:cNvSpPr/>
            <p:nvPr/>
          </p:nvSpPr>
          <p:spPr>
            <a:xfrm>
              <a:off x="6273720" y="6213960"/>
              <a:ext cx="1362960" cy="510120"/>
            </a:xfrm>
            <a:custGeom>
              <a:avLst/>
              <a:gdLst>
                <a:gd name="textAreaLeft" fmla="*/ 0 w 1362960"/>
                <a:gd name="textAreaRight" fmla="*/ 1363320 w 136296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359028" h="134443">
                  <a:moveTo>
                    <a:pt x="0" y="0"/>
                  </a:moveTo>
                  <a:lnTo>
                    <a:pt x="359028" y="0"/>
                  </a:lnTo>
                  <a:lnTo>
                    <a:pt x="359028" y="134443"/>
                  </a:lnTo>
                  <a:lnTo>
                    <a:pt x="0" y="134443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2" name="TextBox 25"/>
            <p:cNvSpPr/>
            <p:nvPr/>
          </p:nvSpPr>
          <p:spPr>
            <a:xfrm>
              <a:off x="6273720" y="6069600"/>
              <a:ext cx="136296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83" name="TextBox 26"/>
          <p:cNvSpPr/>
          <p:nvPr/>
        </p:nvSpPr>
        <p:spPr>
          <a:xfrm>
            <a:off x="6358320" y="4459320"/>
            <a:ext cx="1140912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37"/>
              </a:lnSpc>
            </a:pPr>
            <a:r>
              <a:rPr b="0" lang="en-US" sz="289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 </a:t>
            </a:r>
            <a:endParaRPr b="0" lang="en-PH" sz="28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27"/>
          <p:cNvSpPr/>
          <p:nvPr/>
        </p:nvSpPr>
        <p:spPr>
          <a:xfrm>
            <a:off x="6358320" y="5119560"/>
            <a:ext cx="11002320" cy="41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37"/>
              </a:lnSpc>
            </a:pPr>
            <a:r>
              <a:rPr b="0" lang="en-US" sz="2890" spc="-1" strike="noStrike">
                <a:solidFill>
                  <a:srgbClr val="ffffff"/>
                </a:solidFill>
                <a:latin typeface="Consolas"/>
                <a:ea typeface="Consolas"/>
              </a:rPr>
              <a:t>src="https://www.reallygreatsite/images/img_girl.jpg".</a:t>
            </a:r>
            <a:endParaRPr b="0" lang="en-PH" sz="28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3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37"/>
              </a:lnSpc>
            </a:pPr>
            <a:r>
              <a:rPr b="0" lang="en-US" sz="2890" spc="-1" strike="noStrike">
                <a:solidFill>
                  <a:srgbClr val="ffffff"/>
                </a:solidFill>
                <a:latin typeface="Consolas"/>
                <a:ea typeface="Consolas"/>
              </a:rPr>
              <a:t>Notes: External images might be under copyright. If you do not get permission to use it, you may be in violation of copyright laws. In addition, you cannot control external images; it can suddenly be removed or changed.</a:t>
            </a:r>
            <a:endParaRPr b="0" lang="en-PH" sz="289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roup 2"/>
          <p:cNvGrpSpPr/>
          <p:nvPr/>
        </p:nvGrpSpPr>
        <p:grpSpPr>
          <a:xfrm>
            <a:off x="0" y="-144720"/>
            <a:ext cx="5145840" cy="10601640"/>
            <a:chOff x="0" y="-144720"/>
            <a:chExt cx="5145840" cy="10601640"/>
          </a:xfrm>
        </p:grpSpPr>
        <p:sp>
          <p:nvSpPr>
            <p:cNvPr id="386" name="Freeform 3"/>
            <p:cNvSpPr/>
            <p:nvPr/>
          </p:nvSpPr>
          <p:spPr>
            <a:xfrm>
              <a:off x="0" y="0"/>
              <a:ext cx="5145840" cy="1045692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456920"/>
                <a:gd name="textAreaBottom" fmla="*/ 10457280 h 10456920"/>
              </a:gdLst>
              <a:ahLst/>
              <a:rect l="textAreaLeft" t="textAreaTop" r="textAreaRight" b="textAreaBottom"/>
              <a:pathLst>
                <a:path w="1355362" h="2754209">
                  <a:moveTo>
                    <a:pt x="0" y="0"/>
                  </a:moveTo>
                  <a:lnTo>
                    <a:pt x="1355362" y="0"/>
                  </a:lnTo>
                  <a:lnTo>
                    <a:pt x="1355362" y="2754209"/>
                  </a:lnTo>
                  <a:lnTo>
                    <a:pt x="0" y="2754209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extBox 4"/>
            <p:cNvSpPr/>
            <p:nvPr/>
          </p:nvSpPr>
          <p:spPr>
            <a:xfrm>
              <a:off x="0" y="-144720"/>
              <a:ext cx="5145840" cy="1060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88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9" name="Group 6"/>
          <p:cNvGrpSpPr/>
          <p:nvPr/>
        </p:nvGrpSpPr>
        <p:grpSpPr>
          <a:xfrm>
            <a:off x="10790280" y="1634040"/>
            <a:ext cx="4443840" cy="816120"/>
            <a:chOff x="10790280" y="1634040"/>
            <a:chExt cx="4443840" cy="816120"/>
          </a:xfrm>
        </p:grpSpPr>
        <p:sp>
          <p:nvSpPr>
            <p:cNvPr id="390" name="Freeform 7"/>
            <p:cNvSpPr/>
            <p:nvPr/>
          </p:nvSpPr>
          <p:spPr>
            <a:xfrm>
              <a:off x="10790280" y="1778400"/>
              <a:ext cx="4443840" cy="671400"/>
            </a:xfrm>
            <a:custGeom>
              <a:avLst/>
              <a:gdLst>
                <a:gd name="textAreaLeft" fmla="*/ 0 w 4443840"/>
                <a:gd name="textAreaRight" fmla="*/ 4444200 w 4443840"/>
                <a:gd name="textAreaTop" fmla="*/ 0 h 671400"/>
                <a:gd name="textAreaBottom" fmla="*/ 671760 h 671400"/>
              </a:gdLst>
              <a:ahLst/>
              <a:rect l="textAreaLeft" t="textAreaTop" r="textAreaRight" b="textAreaBottom"/>
              <a:pathLst>
                <a:path w="1170510" h="176931">
                  <a:moveTo>
                    <a:pt x="0" y="0"/>
                  </a:moveTo>
                  <a:lnTo>
                    <a:pt x="1170510" y="0"/>
                  </a:lnTo>
                  <a:lnTo>
                    <a:pt x="1170510" y="176931"/>
                  </a:lnTo>
                  <a:lnTo>
                    <a:pt x="0" y="176931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1" name="TextBox 8"/>
            <p:cNvSpPr/>
            <p:nvPr/>
          </p:nvSpPr>
          <p:spPr>
            <a:xfrm>
              <a:off x="10790280" y="1634040"/>
              <a:ext cx="4443840" cy="81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92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10"/>
          <p:cNvSpPr/>
          <p:nvPr/>
        </p:nvSpPr>
        <p:spPr>
          <a:xfrm>
            <a:off x="5904360" y="1021680"/>
            <a:ext cx="11055960" cy="13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494"/>
              </a:lnSpc>
            </a:pPr>
            <a:r>
              <a:rPr b="1" lang="en-US" sz="3930" spc="534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THERE ARE TWO WAYS TO SPECIFY THE URL IN THE SRC ATTRIBUTE:</a:t>
            </a:r>
            <a:endParaRPr b="0" lang="en-PH" sz="3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95" name="Group 12"/>
          <p:cNvGrpSpPr/>
          <p:nvPr/>
        </p:nvGrpSpPr>
        <p:grpSpPr>
          <a:xfrm>
            <a:off x="956160" y="4157640"/>
            <a:ext cx="1869480" cy="517320"/>
            <a:chOff x="956160" y="4157640"/>
            <a:chExt cx="1869480" cy="517320"/>
          </a:xfrm>
        </p:grpSpPr>
        <p:sp>
          <p:nvSpPr>
            <p:cNvPr id="396" name="Freeform 13"/>
            <p:cNvSpPr/>
            <p:nvPr/>
          </p:nvSpPr>
          <p:spPr>
            <a:xfrm>
              <a:off x="956160" y="4302360"/>
              <a:ext cx="1869480" cy="372600"/>
            </a:xfrm>
            <a:custGeom>
              <a:avLst/>
              <a:gdLst>
                <a:gd name="textAreaLeft" fmla="*/ 0 w 1869480"/>
                <a:gd name="textAreaRight" fmla="*/ 1869840 w 186948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492505" h="98261">
                  <a:moveTo>
                    <a:pt x="0" y="0"/>
                  </a:moveTo>
                  <a:lnTo>
                    <a:pt x="492505" y="0"/>
                  </a:lnTo>
                  <a:lnTo>
                    <a:pt x="492505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7" name="TextBox 14"/>
            <p:cNvSpPr/>
            <p:nvPr/>
          </p:nvSpPr>
          <p:spPr>
            <a:xfrm>
              <a:off x="956160" y="4157640"/>
              <a:ext cx="18694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98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99" name="Group 16"/>
          <p:cNvGrpSpPr/>
          <p:nvPr/>
        </p:nvGrpSpPr>
        <p:grpSpPr>
          <a:xfrm>
            <a:off x="5904360" y="3343320"/>
            <a:ext cx="277920" cy="277920"/>
            <a:chOff x="5904360" y="3343320"/>
            <a:chExt cx="277920" cy="277920"/>
          </a:xfrm>
        </p:grpSpPr>
        <p:sp>
          <p:nvSpPr>
            <p:cNvPr id="400" name="Freeform 17"/>
            <p:cNvSpPr/>
            <p:nvPr/>
          </p:nvSpPr>
          <p:spPr>
            <a:xfrm>
              <a:off x="5904360" y="33433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1" name="TextBox 18"/>
            <p:cNvSpPr/>
            <p:nvPr/>
          </p:nvSpPr>
          <p:spPr>
            <a:xfrm>
              <a:off x="5930640" y="3356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02" name="Group 19"/>
          <p:cNvGrpSpPr/>
          <p:nvPr/>
        </p:nvGrpSpPr>
        <p:grpSpPr>
          <a:xfrm>
            <a:off x="6358320" y="3108960"/>
            <a:ext cx="2556720" cy="654840"/>
            <a:chOff x="6358320" y="3108960"/>
            <a:chExt cx="2556720" cy="654840"/>
          </a:xfrm>
        </p:grpSpPr>
        <p:sp>
          <p:nvSpPr>
            <p:cNvPr id="403" name="Freeform 20"/>
            <p:cNvSpPr/>
            <p:nvPr/>
          </p:nvSpPr>
          <p:spPr>
            <a:xfrm>
              <a:off x="6358320" y="3253680"/>
              <a:ext cx="2556720" cy="510120"/>
            </a:xfrm>
            <a:custGeom>
              <a:avLst/>
              <a:gdLst>
                <a:gd name="textAreaLeft" fmla="*/ 0 w 2556720"/>
                <a:gd name="textAreaRight" fmla="*/ 2557080 w 255672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673506" h="134443">
                  <a:moveTo>
                    <a:pt x="0" y="0"/>
                  </a:moveTo>
                  <a:lnTo>
                    <a:pt x="673506" y="0"/>
                  </a:lnTo>
                  <a:lnTo>
                    <a:pt x="673506" y="134443"/>
                  </a:lnTo>
                  <a:lnTo>
                    <a:pt x="0" y="134443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4" name="TextBox 21"/>
            <p:cNvSpPr/>
            <p:nvPr/>
          </p:nvSpPr>
          <p:spPr>
            <a:xfrm>
              <a:off x="6358320" y="3108960"/>
              <a:ext cx="255672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05" name="TextBox 22"/>
          <p:cNvSpPr/>
          <p:nvPr/>
        </p:nvSpPr>
        <p:spPr>
          <a:xfrm>
            <a:off x="6444000" y="3139560"/>
            <a:ext cx="11409120" cy="20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37"/>
              </a:lnSpc>
            </a:pPr>
            <a:r>
              <a:rPr b="0" lang="en-US" sz="2890" spc="-1" strike="noStrike">
                <a:solidFill>
                  <a:srgbClr val="ffffff"/>
                </a:solidFill>
                <a:latin typeface="Consolas"/>
                <a:ea typeface="Consolas"/>
              </a:rPr>
              <a:t>Relative URL - Links to an image that is hosted within the website. Here, the URL does not include the domain name. If the URL begins without a slash, it will be relative to the current page. </a:t>
            </a:r>
            <a:endParaRPr b="0" lang="en-PH" sz="28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06" name="Group 23"/>
          <p:cNvGrpSpPr/>
          <p:nvPr/>
        </p:nvGrpSpPr>
        <p:grpSpPr>
          <a:xfrm>
            <a:off x="8070840" y="8011440"/>
            <a:ext cx="5338440" cy="654840"/>
            <a:chOff x="8070840" y="8011440"/>
            <a:chExt cx="5338440" cy="654840"/>
          </a:xfrm>
        </p:grpSpPr>
        <p:sp>
          <p:nvSpPr>
            <p:cNvPr id="407" name="Freeform 24"/>
            <p:cNvSpPr/>
            <p:nvPr/>
          </p:nvSpPr>
          <p:spPr>
            <a:xfrm>
              <a:off x="8070840" y="8156160"/>
              <a:ext cx="5338440" cy="510120"/>
            </a:xfrm>
            <a:custGeom>
              <a:avLst/>
              <a:gdLst>
                <a:gd name="textAreaLeft" fmla="*/ 0 w 5338440"/>
                <a:gd name="textAreaRight" fmla="*/ 5338800 w 533844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406137" h="134443">
                  <a:moveTo>
                    <a:pt x="0" y="0"/>
                  </a:moveTo>
                  <a:lnTo>
                    <a:pt x="1406137" y="0"/>
                  </a:lnTo>
                  <a:lnTo>
                    <a:pt x="1406137" y="134443"/>
                  </a:lnTo>
                  <a:lnTo>
                    <a:pt x="0" y="134443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8" name="TextBox 25"/>
            <p:cNvSpPr/>
            <p:nvPr/>
          </p:nvSpPr>
          <p:spPr>
            <a:xfrm>
              <a:off x="8070840" y="8011440"/>
              <a:ext cx="5338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09" name="TextBox 26"/>
          <p:cNvSpPr/>
          <p:nvPr/>
        </p:nvSpPr>
        <p:spPr>
          <a:xfrm>
            <a:off x="6358320" y="5376960"/>
            <a:ext cx="1140912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37"/>
              </a:lnSpc>
            </a:pPr>
            <a:r>
              <a:rPr b="0" lang="en-US" sz="289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 </a:t>
            </a:r>
            <a:endParaRPr b="0" lang="en-PH" sz="28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Box 27"/>
          <p:cNvSpPr/>
          <p:nvPr/>
        </p:nvSpPr>
        <p:spPr>
          <a:xfrm>
            <a:off x="6358320" y="6018480"/>
            <a:ext cx="11002320" cy="25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37"/>
              </a:lnSpc>
            </a:pPr>
            <a:r>
              <a:rPr b="0" lang="en-US" sz="2890" spc="-1" strike="noStrike">
                <a:solidFill>
                  <a:srgbClr val="ffffff"/>
                </a:solidFill>
                <a:latin typeface="Consolas"/>
                <a:ea typeface="Consolas"/>
              </a:rPr>
              <a:t>src="img_girl.jpg". </a:t>
            </a:r>
            <a:endParaRPr b="0" lang="en-PH" sz="28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3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37"/>
              </a:lnSpc>
            </a:pPr>
            <a:r>
              <a:rPr b="0" lang="en-US" sz="2890" spc="-1" strike="noStrike">
                <a:solidFill>
                  <a:srgbClr val="ffffff"/>
                </a:solidFill>
                <a:latin typeface="Consolas"/>
                <a:ea typeface="Consolas"/>
              </a:rPr>
              <a:t>If the URL begins with a slash, it will be relative to the domain. </a:t>
            </a:r>
            <a:endParaRPr b="0" lang="en-PH" sz="28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37"/>
              </a:lnSpc>
            </a:pPr>
            <a:r>
              <a:rPr b="0" lang="en-US" sz="2890" spc="-1" strike="noStrike">
                <a:solidFill>
                  <a:srgbClr val="ffffff"/>
                </a:solidFill>
                <a:latin typeface="Consolas"/>
                <a:ea typeface="Consolas"/>
              </a:rPr>
              <a:t>Example: src="/images/img_girl.jpg".</a:t>
            </a:r>
            <a:endParaRPr b="0" lang="en-PH" sz="289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roup 2"/>
          <p:cNvGrpSpPr/>
          <p:nvPr/>
        </p:nvGrpSpPr>
        <p:grpSpPr>
          <a:xfrm>
            <a:off x="0" y="-144720"/>
            <a:ext cx="5145840" cy="10750680"/>
            <a:chOff x="0" y="-144720"/>
            <a:chExt cx="5145840" cy="10750680"/>
          </a:xfrm>
        </p:grpSpPr>
        <p:sp>
          <p:nvSpPr>
            <p:cNvPr id="412" name="Freeform 3"/>
            <p:cNvSpPr/>
            <p:nvPr/>
          </p:nvSpPr>
          <p:spPr>
            <a:xfrm>
              <a:off x="0" y="0"/>
              <a:ext cx="5145840" cy="1060596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605960"/>
                <a:gd name="textAreaBottom" fmla="*/ 10606320 h 10605960"/>
              </a:gdLst>
              <a:ahLst/>
              <a:rect l="textAreaLeft" t="textAreaTop" r="textAreaRight" b="textAreaBottom"/>
              <a:pathLst>
                <a:path w="1355362" h="2793474">
                  <a:moveTo>
                    <a:pt x="0" y="0"/>
                  </a:moveTo>
                  <a:lnTo>
                    <a:pt x="1355362" y="0"/>
                  </a:lnTo>
                  <a:lnTo>
                    <a:pt x="1355362" y="2793474"/>
                  </a:lnTo>
                  <a:lnTo>
                    <a:pt x="0" y="2793474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3" name="TextBox 4"/>
            <p:cNvSpPr/>
            <p:nvPr/>
          </p:nvSpPr>
          <p:spPr>
            <a:xfrm>
              <a:off x="0" y="-144720"/>
              <a:ext cx="5145840" cy="1075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14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5" name="Group 6"/>
          <p:cNvGrpSpPr/>
          <p:nvPr/>
        </p:nvGrpSpPr>
        <p:grpSpPr>
          <a:xfrm>
            <a:off x="12400200" y="1907640"/>
            <a:ext cx="4247280" cy="999720"/>
            <a:chOff x="12400200" y="1907640"/>
            <a:chExt cx="4247280" cy="999720"/>
          </a:xfrm>
        </p:grpSpPr>
        <p:sp>
          <p:nvSpPr>
            <p:cNvPr id="416" name="Freeform 7"/>
            <p:cNvSpPr/>
            <p:nvPr/>
          </p:nvSpPr>
          <p:spPr>
            <a:xfrm>
              <a:off x="12400200" y="2052360"/>
              <a:ext cx="4247280" cy="855000"/>
            </a:xfrm>
            <a:custGeom>
              <a:avLst/>
              <a:gdLst>
                <a:gd name="textAreaLeft" fmla="*/ 0 w 4247280"/>
                <a:gd name="textAreaRight" fmla="*/ 4247640 w 42472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118673" h="225313">
                  <a:moveTo>
                    <a:pt x="0" y="0"/>
                  </a:moveTo>
                  <a:lnTo>
                    <a:pt x="1118673" y="0"/>
                  </a:lnTo>
                  <a:lnTo>
                    <a:pt x="1118673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7" name="TextBox 8"/>
            <p:cNvSpPr/>
            <p:nvPr/>
          </p:nvSpPr>
          <p:spPr>
            <a:xfrm>
              <a:off x="12400200" y="1907640"/>
              <a:ext cx="42472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18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10"/>
          <p:cNvSpPr/>
          <p:nvPr/>
        </p:nvSpPr>
        <p:spPr>
          <a:xfrm>
            <a:off x="5904360" y="1980720"/>
            <a:ext cx="1079352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WIDTH &amp; HEIGHT ATTRIBUTE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21" name="Group 12"/>
          <p:cNvGrpSpPr/>
          <p:nvPr/>
        </p:nvGrpSpPr>
        <p:grpSpPr>
          <a:xfrm>
            <a:off x="956160" y="4515480"/>
            <a:ext cx="3620880" cy="517320"/>
            <a:chOff x="956160" y="4515480"/>
            <a:chExt cx="3620880" cy="517320"/>
          </a:xfrm>
        </p:grpSpPr>
        <p:sp>
          <p:nvSpPr>
            <p:cNvPr id="422" name="Freeform 13"/>
            <p:cNvSpPr/>
            <p:nvPr/>
          </p:nvSpPr>
          <p:spPr>
            <a:xfrm>
              <a:off x="956160" y="4660200"/>
              <a:ext cx="3620880" cy="372600"/>
            </a:xfrm>
            <a:custGeom>
              <a:avLst/>
              <a:gdLst>
                <a:gd name="textAreaLeft" fmla="*/ 0 w 3620880"/>
                <a:gd name="textAreaRight" fmla="*/ 3621240 w 362088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953754" h="98261">
                  <a:moveTo>
                    <a:pt x="0" y="0"/>
                  </a:moveTo>
                  <a:lnTo>
                    <a:pt x="953754" y="0"/>
                  </a:lnTo>
                  <a:lnTo>
                    <a:pt x="953754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3" name="TextBox 14"/>
            <p:cNvSpPr/>
            <p:nvPr/>
          </p:nvSpPr>
          <p:spPr>
            <a:xfrm>
              <a:off x="956160" y="4515480"/>
              <a:ext cx="36208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24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25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426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7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28" name="Group 19"/>
          <p:cNvGrpSpPr/>
          <p:nvPr/>
        </p:nvGrpSpPr>
        <p:grpSpPr>
          <a:xfrm>
            <a:off x="7211520" y="3407040"/>
            <a:ext cx="1149120" cy="667800"/>
            <a:chOff x="7211520" y="3407040"/>
            <a:chExt cx="1149120" cy="667800"/>
          </a:xfrm>
        </p:grpSpPr>
        <p:sp>
          <p:nvSpPr>
            <p:cNvPr id="429" name="Freeform 20"/>
            <p:cNvSpPr/>
            <p:nvPr/>
          </p:nvSpPr>
          <p:spPr>
            <a:xfrm>
              <a:off x="7211520" y="3551760"/>
              <a:ext cx="1149120" cy="523080"/>
            </a:xfrm>
            <a:custGeom>
              <a:avLst/>
              <a:gdLst>
                <a:gd name="textAreaLeft" fmla="*/ 0 w 1149120"/>
                <a:gd name="textAreaRight" fmla="*/ 1149480 w 114912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302723" h="137899">
                  <a:moveTo>
                    <a:pt x="0" y="0"/>
                  </a:moveTo>
                  <a:lnTo>
                    <a:pt x="302723" y="0"/>
                  </a:lnTo>
                  <a:lnTo>
                    <a:pt x="3027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0" name="TextBox 21"/>
            <p:cNvSpPr/>
            <p:nvPr/>
          </p:nvSpPr>
          <p:spPr>
            <a:xfrm>
              <a:off x="7211520" y="3407040"/>
              <a:ext cx="114912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31" name="TextBox 22"/>
          <p:cNvSpPr/>
          <p:nvPr/>
        </p:nvSpPr>
        <p:spPr>
          <a:xfrm>
            <a:off x="6388920" y="3408120"/>
            <a:ext cx="109105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&lt;img&gt; tag should also contain the width and height attributes, which specify the width and height of the image (in pixels):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32" name="Group 23"/>
          <p:cNvGrpSpPr/>
          <p:nvPr/>
        </p:nvGrpSpPr>
        <p:grpSpPr>
          <a:xfrm>
            <a:off x="5904360" y="5686560"/>
            <a:ext cx="277920" cy="277920"/>
            <a:chOff x="5904360" y="5686560"/>
            <a:chExt cx="277920" cy="277920"/>
          </a:xfrm>
        </p:grpSpPr>
        <p:sp>
          <p:nvSpPr>
            <p:cNvPr id="433" name="Freeform 24"/>
            <p:cNvSpPr/>
            <p:nvPr/>
          </p:nvSpPr>
          <p:spPr>
            <a:xfrm>
              <a:off x="5904360" y="56865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4" name="TextBox 25"/>
            <p:cNvSpPr/>
            <p:nvPr/>
          </p:nvSpPr>
          <p:spPr>
            <a:xfrm>
              <a:off x="5930640" y="56998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35" name="TextBox 26"/>
          <p:cNvSpPr/>
          <p:nvPr/>
        </p:nvSpPr>
        <p:spPr>
          <a:xfrm>
            <a:off x="6388920" y="546012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36" name="Group 27"/>
          <p:cNvGrpSpPr/>
          <p:nvPr/>
        </p:nvGrpSpPr>
        <p:grpSpPr>
          <a:xfrm>
            <a:off x="11501640" y="6293160"/>
            <a:ext cx="2460240" cy="678960"/>
            <a:chOff x="11501640" y="6293160"/>
            <a:chExt cx="2460240" cy="678960"/>
          </a:xfrm>
        </p:grpSpPr>
        <p:sp>
          <p:nvSpPr>
            <p:cNvPr id="437" name="Freeform 28"/>
            <p:cNvSpPr/>
            <p:nvPr/>
          </p:nvSpPr>
          <p:spPr>
            <a:xfrm>
              <a:off x="11501640" y="6437880"/>
              <a:ext cx="2460240" cy="534240"/>
            </a:xfrm>
            <a:custGeom>
              <a:avLst/>
              <a:gdLst>
                <a:gd name="textAreaLeft" fmla="*/ 0 w 2460240"/>
                <a:gd name="textAreaRight" fmla="*/ 2460600 w 246024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648087" h="140842">
                  <a:moveTo>
                    <a:pt x="0" y="0"/>
                  </a:moveTo>
                  <a:lnTo>
                    <a:pt x="648087" y="0"/>
                  </a:lnTo>
                  <a:lnTo>
                    <a:pt x="64808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8" name="TextBox 29"/>
            <p:cNvSpPr/>
            <p:nvPr/>
          </p:nvSpPr>
          <p:spPr>
            <a:xfrm>
              <a:off x="11501640" y="6293160"/>
              <a:ext cx="246024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39" name="Group 30"/>
          <p:cNvGrpSpPr/>
          <p:nvPr/>
        </p:nvGrpSpPr>
        <p:grpSpPr>
          <a:xfrm>
            <a:off x="14120280" y="6257160"/>
            <a:ext cx="2577600" cy="678960"/>
            <a:chOff x="14120280" y="6257160"/>
            <a:chExt cx="2577600" cy="678960"/>
          </a:xfrm>
        </p:grpSpPr>
        <p:sp>
          <p:nvSpPr>
            <p:cNvPr id="440" name="Freeform 31"/>
            <p:cNvSpPr/>
            <p:nvPr/>
          </p:nvSpPr>
          <p:spPr>
            <a:xfrm>
              <a:off x="14120280" y="6401880"/>
              <a:ext cx="2577600" cy="534240"/>
            </a:xfrm>
            <a:custGeom>
              <a:avLst/>
              <a:gdLst>
                <a:gd name="textAreaLeft" fmla="*/ 0 w 2577600"/>
                <a:gd name="textAreaRight" fmla="*/ 2577960 w 257760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679003" h="140842">
                  <a:moveTo>
                    <a:pt x="0" y="0"/>
                  </a:moveTo>
                  <a:lnTo>
                    <a:pt x="679003" y="0"/>
                  </a:lnTo>
                  <a:lnTo>
                    <a:pt x="679003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1" name="TextBox 32"/>
            <p:cNvSpPr/>
            <p:nvPr/>
          </p:nvSpPr>
          <p:spPr>
            <a:xfrm>
              <a:off x="14120280" y="6257160"/>
              <a:ext cx="257760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42" name="TextBox 33"/>
          <p:cNvSpPr/>
          <p:nvPr/>
        </p:nvSpPr>
        <p:spPr>
          <a:xfrm>
            <a:off x="6388920" y="6448680"/>
            <a:ext cx="116110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&lt;img src="img_girl.jpg" width="500" height="600"&gt;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roup 2"/>
          <p:cNvGrpSpPr/>
          <p:nvPr/>
        </p:nvGrpSpPr>
        <p:grpSpPr>
          <a:xfrm>
            <a:off x="0" y="-144720"/>
            <a:ext cx="5145840" cy="10729440"/>
            <a:chOff x="0" y="-144720"/>
            <a:chExt cx="5145840" cy="10729440"/>
          </a:xfrm>
        </p:grpSpPr>
        <p:sp>
          <p:nvSpPr>
            <p:cNvPr id="444" name="Freeform 3"/>
            <p:cNvSpPr/>
            <p:nvPr/>
          </p:nvSpPr>
          <p:spPr>
            <a:xfrm>
              <a:off x="0" y="0"/>
              <a:ext cx="5145840" cy="1058472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584720"/>
                <a:gd name="textAreaBottom" fmla="*/ 10585080 h 10584720"/>
              </a:gdLst>
              <a:ahLst/>
              <a:rect l="textAreaLeft" t="textAreaTop" r="textAreaRight" b="textAreaBottom"/>
              <a:pathLst>
                <a:path w="1355362" h="2787865">
                  <a:moveTo>
                    <a:pt x="0" y="0"/>
                  </a:moveTo>
                  <a:lnTo>
                    <a:pt x="1355362" y="0"/>
                  </a:lnTo>
                  <a:lnTo>
                    <a:pt x="1355362" y="2787865"/>
                  </a:lnTo>
                  <a:lnTo>
                    <a:pt x="0" y="2787865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5" name="TextBox 4"/>
            <p:cNvSpPr/>
            <p:nvPr/>
          </p:nvSpPr>
          <p:spPr>
            <a:xfrm>
              <a:off x="0" y="-144720"/>
              <a:ext cx="5145840" cy="1072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46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47" name="Group 6"/>
          <p:cNvGrpSpPr/>
          <p:nvPr/>
        </p:nvGrpSpPr>
        <p:grpSpPr>
          <a:xfrm>
            <a:off x="7539840" y="1874520"/>
            <a:ext cx="4247280" cy="999720"/>
            <a:chOff x="7539840" y="1874520"/>
            <a:chExt cx="4247280" cy="999720"/>
          </a:xfrm>
        </p:grpSpPr>
        <p:sp>
          <p:nvSpPr>
            <p:cNvPr id="448" name="Freeform 7"/>
            <p:cNvSpPr/>
            <p:nvPr/>
          </p:nvSpPr>
          <p:spPr>
            <a:xfrm>
              <a:off x="7539840" y="2019240"/>
              <a:ext cx="4247280" cy="855000"/>
            </a:xfrm>
            <a:custGeom>
              <a:avLst/>
              <a:gdLst>
                <a:gd name="textAreaLeft" fmla="*/ 0 w 4247280"/>
                <a:gd name="textAreaRight" fmla="*/ 4247640 w 42472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118673" h="225313">
                  <a:moveTo>
                    <a:pt x="0" y="0"/>
                  </a:moveTo>
                  <a:lnTo>
                    <a:pt x="1118673" y="0"/>
                  </a:lnTo>
                  <a:lnTo>
                    <a:pt x="1118673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9" name="TextBox 8"/>
            <p:cNvSpPr/>
            <p:nvPr/>
          </p:nvSpPr>
          <p:spPr>
            <a:xfrm>
              <a:off x="7539840" y="1874520"/>
              <a:ext cx="42472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50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10"/>
          <p:cNvSpPr/>
          <p:nvPr/>
        </p:nvSpPr>
        <p:spPr>
          <a:xfrm>
            <a:off x="6696360" y="936720"/>
            <a:ext cx="593964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ALT ATTRIBUTE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53" name="Group 12"/>
          <p:cNvGrpSpPr/>
          <p:nvPr/>
        </p:nvGrpSpPr>
        <p:grpSpPr>
          <a:xfrm>
            <a:off x="956160" y="4812120"/>
            <a:ext cx="1869480" cy="517320"/>
            <a:chOff x="956160" y="4812120"/>
            <a:chExt cx="1869480" cy="517320"/>
          </a:xfrm>
        </p:grpSpPr>
        <p:sp>
          <p:nvSpPr>
            <p:cNvPr id="454" name="Freeform 13"/>
            <p:cNvSpPr/>
            <p:nvPr/>
          </p:nvSpPr>
          <p:spPr>
            <a:xfrm>
              <a:off x="956160" y="4956840"/>
              <a:ext cx="1869480" cy="372600"/>
            </a:xfrm>
            <a:custGeom>
              <a:avLst/>
              <a:gdLst>
                <a:gd name="textAreaLeft" fmla="*/ 0 w 1869480"/>
                <a:gd name="textAreaRight" fmla="*/ 1869840 w 186948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492505" h="98261">
                  <a:moveTo>
                    <a:pt x="0" y="0"/>
                  </a:moveTo>
                  <a:lnTo>
                    <a:pt x="492505" y="0"/>
                  </a:lnTo>
                  <a:lnTo>
                    <a:pt x="492505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5" name="TextBox 14"/>
            <p:cNvSpPr/>
            <p:nvPr/>
          </p:nvSpPr>
          <p:spPr>
            <a:xfrm>
              <a:off x="956160" y="4812120"/>
              <a:ext cx="18694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56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57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458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9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60" name="Group 19"/>
          <p:cNvGrpSpPr/>
          <p:nvPr/>
        </p:nvGrpSpPr>
        <p:grpSpPr>
          <a:xfrm>
            <a:off x="13891680" y="3358800"/>
            <a:ext cx="1149120" cy="667800"/>
            <a:chOff x="13891680" y="3358800"/>
            <a:chExt cx="1149120" cy="667800"/>
          </a:xfrm>
        </p:grpSpPr>
        <p:sp>
          <p:nvSpPr>
            <p:cNvPr id="461" name="Freeform 20"/>
            <p:cNvSpPr/>
            <p:nvPr/>
          </p:nvSpPr>
          <p:spPr>
            <a:xfrm>
              <a:off x="13891680" y="3503520"/>
              <a:ext cx="1149120" cy="523080"/>
            </a:xfrm>
            <a:custGeom>
              <a:avLst/>
              <a:gdLst>
                <a:gd name="textAreaLeft" fmla="*/ 0 w 1149120"/>
                <a:gd name="textAreaRight" fmla="*/ 1149480 w 114912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302723" h="137899">
                  <a:moveTo>
                    <a:pt x="0" y="0"/>
                  </a:moveTo>
                  <a:lnTo>
                    <a:pt x="302723" y="0"/>
                  </a:lnTo>
                  <a:lnTo>
                    <a:pt x="3027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2" name="TextBox 21"/>
            <p:cNvSpPr/>
            <p:nvPr/>
          </p:nvSpPr>
          <p:spPr>
            <a:xfrm>
              <a:off x="13891680" y="3358800"/>
              <a:ext cx="114912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63" name="TextBox 22"/>
          <p:cNvSpPr/>
          <p:nvPr/>
        </p:nvSpPr>
        <p:spPr>
          <a:xfrm>
            <a:off x="6388920" y="3408120"/>
            <a:ext cx="1091052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required alt attribute for the &lt;img&gt; tag specifies an alternate text for an image, if the image for some reason cannot be displayed. This can be due to a slow connection, or an error in the src attribute, or if the user uses a screen reader.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64" name="Group 23"/>
          <p:cNvGrpSpPr/>
          <p:nvPr/>
        </p:nvGrpSpPr>
        <p:grpSpPr>
          <a:xfrm>
            <a:off x="5904360" y="7077600"/>
            <a:ext cx="277920" cy="277920"/>
            <a:chOff x="5904360" y="7077600"/>
            <a:chExt cx="277920" cy="277920"/>
          </a:xfrm>
        </p:grpSpPr>
        <p:sp>
          <p:nvSpPr>
            <p:cNvPr id="465" name="Freeform 24"/>
            <p:cNvSpPr/>
            <p:nvPr/>
          </p:nvSpPr>
          <p:spPr>
            <a:xfrm>
              <a:off x="5904360" y="70776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6" name="TextBox 25"/>
            <p:cNvSpPr/>
            <p:nvPr/>
          </p:nvSpPr>
          <p:spPr>
            <a:xfrm>
              <a:off x="5930640" y="709056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67" name="TextBox 26"/>
          <p:cNvSpPr/>
          <p:nvPr/>
        </p:nvSpPr>
        <p:spPr>
          <a:xfrm>
            <a:off x="6388920" y="685080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68" name="Group 27"/>
          <p:cNvGrpSpPr/>
          <p:nvPr/>
        </p:nvGrpSpPr>
        <p:grpSpPr>
          <a:xfrm>
            <a:off x="11488680" y="7612920"/>
            <a:ext cx="5229000" cy="678960"/>
            <a:chOff x="11488680" y="7612920"/>
            <a:chExt cx="5229000" cy="678960"/>
          </a:xfrm>
        </p:grpSpPr>
        <p:sp>
          <p:nvSpPr>
            <p:cNvPr id="469" name="Freeform 28"/>
            <p:cNvSpPr/>
            <p:nvPr/>
          </p:nvSpPr>
          <p:spPr>
            <a:xfrm>
              <a:off x="11488680" y="7757640"/>
              <a:ext cx="5229000" cy="534240"/>
            </a:xfrm>
            <a:custGeom>
              <a:avLst/>
              <a:gdLst>
                <a:gd name="textAreaLeft" fmla="*/ 0 w 5229000"/>
                <a:gd name="textAreaRight" fmla="*/ 5229360 w 522900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1377262" h="140842">
                  <a:moveTo>
                    <a:pt x="0" y="0"/>
                  </a:moveTo>
                  <a:lnTo>
                    <a:pt x="1377262" y="0"/>
                  </a:lnTo>
                  <a:lnTo>
                    <a:pt x="137726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0" name="TextBox 29"/>
            <p:cNvSpPr/>
            <p:nvPr/>
          </p:nvSpPr>
          <p:spPr>
            <a:xfrm>
              <a:off x="11488680" y="7612920"/>
              <a:ext cx="522900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71" name="TextBox 30"/>
          <p:cNvSpPr/>
          <p:nvPr/>
        </p:nvSpPr>
        <p:spPr>
          <a:xfrm>
            <a:off x="6395760" y="7659360"/>
            <a:ext cx="105631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&lt;img src="img_girl.jpg" alt="Girl with a jacket"&gt;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roup 2"/>
          <p:cNvGrpSpPr/>
          <p:nvPr/>
        </p:nvGrpSpPr>
        <p:grpSpPr>
          <a:xfrm>
            <a:off x="0" y="-144720"/>
            <a:ext cx="5145840" cy="10793520"/>
            <a:chOff x="0" y="-144720"/>
            <a:chExt cx="5145840" cy="10793520"/>
          </a:xfrm>
        </p:grpSpPr>
        <p:sp>
          <p:nvSpPr>
            <p:cNvPr id="473" name="Freeform 3"/>
            <p:cNvSpPr/>
            <p:nvPr/>
          </p:nvSpPr>
          <p:spPr>
            <a:xfrm>
              <a:off x="0" y="0"/>
              <a:ext cx="5145840" cy="1064880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648800"/>
                <a:gd name="textAreaBottom" fmla="*/ 10649160 h 10648800"/>
              </a:gdLst>
              <a:ahLst/>
              <a:rect l="textAreaLeft" t="textAreaTop" r="textAreaRight" b="textAreaBottom"/>
              <a:pathLst>
                <a:path w="1355362" h="2804693">
                  <a:moveTo>
                    <a:pt x="0" y="0"/>
                  </a:moveTo>
                  <a:lnTo>
                    <a:pt x="1355362" y="0"/>
                  </a:lnTo>
                  <a:lnTo>
                    <a:pt x="1355362" y="2804693"/>
                  </a:lnTo>
                  <a:lnTo>
                    <a:pt x="0" y="2804693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4" name="TextBox 4"/>
            <p:cNvSpPr/>
            <p:nvPr/>
          </p:nvSpPr>
          <p:spPr>
            <a:xfrm>
              <a:off x="0" y="-144720"/>
              <a:ext cx="5145840" cy="1079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75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76" name="Group 6"/>
          <p:cNvGrpSpPr/>
          <p:nvPr/>
        </p:nvGrpSpPr>
        <p:grpSpPr>
          <a:xfrm>
            <a:off x="8551800" y="1822680"/>
            <a:ext cx="4247280" cy="999720"/>
            <a:chOff x="8551800" y="1822680"/>
            <a:chExt cx="4247280" cy="999720"/>
          </a:xfrm>
        </p:grpSpPr>
        <p:sp>
          <p:nvSpPr>
            <p:cNvPr id="477" name="Freeform 7"/>
            <p:cNvSpPr/>
            <p:nvPr/>
          </p:nvSpPr>
          <p:spPr>
            <a:xfrm>
              <a:off x="8551800" y="1967400"/>
              <a:ext cx="4247280" cy="855000"/>
            </a:xfrm>
            <a:custGeom>
              <a:avLst/>
              <a:gdLst>
                <a:gd name="textAreaLeft" fmla="*/ 0 w 4247280"/>
                <a:gd name="textAreaRight" fmla="*/ 4247640 w 42472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118673" h="225313">
                  <a:moveTo>
                    <a:pt x="0" y="0"/>
                  </a:moveTo>
                  <a:lnTo>
                    <a:pt x="1118673" y="0"/>
                  </a:lnTo>
                  <a:lnTo>
                    <a:pt x="1118673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8" name="TextBox 8"/>
            <p:cNvSpPr/>
            <p:nvPr/>
          </p:nvSpPr>
          <p:spPr>
            <a:xfrm>
              <a:off x="8551800" y="1822680"/>
              <a:ext cx="42472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79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10"/>
          <p:cNvSpPr/>
          <p:nvPr/>
        </p:nvSpPr>
        <p:spPr>
          <a:xfrm>
            <a:off x="6655680" y="1247760"/>
            <a:ext cx="672660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STYLE ATTRIBUTE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82" name="Group 12"/>
          <p:cNvGrpSpPr/>
          <p:nvPr/>
        </p:nvGrpSpPr>
        <p:grpSpPr>
          <a:xfrm>
            <a:off x="956160" y="5187600"/>
            <a:ext cx="2145240" cy="517320"/>
            <a:chOff x="956160" y="5187600"/>
            <a:chExt cx="2145240" cy="517320"/>
          </a:xfrm>
        </p:grpSpPr>
        <p:sp>
          <p:nvSpPr>
            <p:cNvPr id="483" name="Freeform 13"/>
            <p:cNvSpPr/>
            <p:nvPr/>
          </p:nvSpPr>
          <p:spPr>
            <a:xfrm>
              <a:off x="956160" y="5332320"/>
              <a:ext cx="2145240" cy="372600"/>
            </a:xfrm>
            <a:custGeom>
              <a:avLst/>
              <a:gdLst>
                <a:gd name="textAreaLeft" fmla="*/ 0 w 2145240"/>
                <a:gd name="textAreaRight" fmla="*/ 2145600 w 214524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565143" h="98261">
                  <a:moveTo>
                    <a:pt x="0" y="0"/>
                  </a:moveTo>
                  <a:lnTo>
                    <a:pt x="565143" y="0"/>
                  </a:lnTo>
                  <a:lnTo>
                    <a:pt x="565143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4" name="TextBox 14"/>
            <p:cNvSpPr/>
            <p:nvPr/>
          </p:nvSpPr>
          <p:spPr>
            <a:xfrm>
              <a:off x="956160" y="5187600"/>
              <a:ext cx="214524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85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86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487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8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89" name="TextBox 19"/>
          <p:cNvSpPr/>
          <p:nvPr/>
        </p:nvSpPr>
        <p:spPr>
          <a:xfrm>
            <a:off x="6388920" y="3408120"/>
            <a:ext cx="1091052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style attribute is used to add styles to an element, such as color, font, size, and more.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90" name="Group 20"/>
          <p:cNvGrpSpPr/>
          <p:nvPr/>
        </p:nvGrpSpPr>
        <p:grpSpPr>
          <a:xfrm>
            <a:off x="5904360" y="5240520"/>
            <a:ext cx="277920" cy="277920"/>
            <a:chOff x="5904360" y="5240520"/>
            <a:chExt cx="277920" cy="277920"/>
          </a:xfrm>
        </p:grpSpPr>
        <p:sp>
          <p:nvSpPr>
            <p:cNvPr id="491" name="Freeform 21"/>
            <p:cNvSpPr/>
            <p:nvPr/>
          </p:nvSpPr>
          <p:spPr>
            <a:xfrm>
              <a:off x="5904360" y="5240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2" name="TextBox 22"/>
            <p:cNvSpPr/>
            <p:nvPr/>
          </p:nvSpPr>
          <p:spPr>
            <a:xfrm>
              <a:off x="5930640" y="5253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93" name="TextBox 23"/>
          <p:cNvSpPr/>
          <p:nvPr/>
        </p:nvSpPr>
        <p:spPr>
          <a:xfrm>
            <a:off x="6395760" y="501408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94" name="Group 24"/>
          <p:cNvGrpSpPr/>
          <p:nvPr/>
        </p:nvGrpSpPr>
        <p:grpSpPr>
          <a:xfrm>
            <a:off x="7027560" y="5891400"/>
            <a:ext cx="3877560" cy="678960"/>
            <a:chOff x="7027560" y="5891400"/>
            <a:chExt cx="3877560" cy="678960"/>
          </a:xfrm>
        </p:grpSpPr>
        <p:sp>
          <p:nvSpPr>
            <p:cNvPr id="495" name="Freeform 25"/>
            <p:cNvSpPr/>
            <p:nvPr/>
          </p:nvSpPr>
          <p:spPr>
            <a:xfrm>
              <a:off x="7027560" y="6036120"/>
              <a:ext cx="3877560" cy="534240"/>
            </a:xfrm>
            <a:custGeom>
              <a:avLst/>
              <a:gdLst>
                <a:gd name="textAreaLeft" fmla="*/ 0 w 3877560"/>
                <a:gd name="textAreaRight" fmla="*/ 3877920 w 387756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1021314" h="140842">
                  <a:moveTo>
                    <a:pt x="0" y="0"/>
                  </a:moveTo>
                  <a:lnTo>
                    <a:pt x="1021314" y="0"/>
                  </a:lnTo>
                  <a:lnTo>
                    <a:pt x="1021314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6" name="TextBox 26"/>
            <p:cNvSpPr/>
            <p:nvPr/>
          </p:nvSpPr>
          <p:spPr>
            <a:xfrm>
              <a:off x="7027560" y="5891400"/>
              <a:ext cx="387756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97" name="TextBox 27"/>
          <p:cNvSpPr/>
          <p:nvPr/>
        </p:nvSpPr>
        <p:spPr>
          <a:xfrm>
            <a:off x="6388920" y="5937840"/>
            <a:ext cx="108630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&lt;p style="color:red;"&gt;This is a red paragraph.&lt;/p&gt;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roup 2"/>
          <p:cNvGrpSpPr/>
          <p:nvPr/>
        </p:nvGrpSpPr>
        <p:grpSpPr>
          <a:xfrm>
            <a:off x="0" y="-144720"/>
            <a:ext cx="5145840" cy="10793520"/>
            <a:chOff x="0" y="-144720"/>
            <a:chExt cx="5145840" cy="10793520"/>
          </a:xfrm>
        </p:grpSpPr>
        <p:sp>
          <p:nvSpPr>
            <p:cNvPr id="499" name="Freeform 3"/>
            <p:cNvSpPr/>
            <p:nvPr/>
          </p:nvSpPr>
          <p:spPr>
            <a:xfrm>
              <a:off x="0" y="0"/>
              <a:ext cx="5145840" cy="1064880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648800"/>
                <a:gd name="textAreaBottom" fmla="*/ 10649160 h 10648800"/>
              </a:gdLst>
              <a:ahLst/>
              <a:rect l="textAreaLeft" t="textAreaTop" r="textAreaRight" b="textAreaBottom"/>
              <a:pathLst>
                <a:path w="1355362" h="2804693">
                  <a:moveTo>
                    <a:pt x="0" y="0"/>
                  </a:moveTo>
                  <a:lnTo>
                    <a:pt x="1355362" y="0"/>
                  </a:lnTo>
                  <a:lnTo>
                    <a:pt x="1355362" y="2804693"/>
                  </a:lnTo>
                  <a:lnTo>
                    <a:pt x="0" y="2804693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0" name="TextBox 4"/>
            <p:cNvSpPr/>
            <p:nvPr/>
          </p:nvSpPr>
          <p:spPr>
            <a:xfrm>
              <a:off x="0" y="-144720"/>
              <a:ext cx="5145840" cy="1079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01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2" name="Group 6"/>
          <p:cNvGrpSpPr/>
          <p:nvPr/>
        </p:nvGrpSpPr>
        <p:grpSpPr>
          <a:xfrm>
            <a:off x="8551800" y="1822680"/>
            <a:ext cx="4247280" cy="999720"/>
            <a:chOff x="8551800" y="1822680"/>
            <a:chExt cx="4247280" cy="999720"/>
          </a:xfrm>
        </p:grpSpPr>
        <p:sp>
          <p:nvSpPr>
            <p:cNvPr id="503" name="Freeform 7"/>
            <p:cNvSpPr/>
            <p:nvPr/>
          </p:nvSpPr>
          <p:spPr>
            <a:xfrm>
              <a:off x="8551800" y="1967400"/>
              <a:ext cx="4247280" cy="855000"/>
            </a:xfrm>
            <a:custGeom>
              <a:avLst/>
              <a:gdLst>
                <a:gd name="textAreaLeft" fmla="*/ 0 w 4247280"/>
                <a:gd name="textAreaRight" fmla="*/ 4247640 w 42472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118673" h="225313">
                  <a:moveTo>
                    <a:pt x="0" y="0"/>
                  </a:moveTo>
                  <a:lnTo>
                    <a:pt x="1118673" y="0"/>
                  </a:lnTo>
                  <a:lnTo>
                    <a:pt x="1118673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4" name="TextBox 8"/>
            <p:cNvSpPr/>
            <p:nvPr/>
          </p:nvSpPr>
          <p:spPr>
            <a:xfrm>
              <a:off x="8551800" y="1822680"/>
              <a:ext cx="42472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05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Box 10"/>
          <p:cNvSpPr/>
          <p:nvPr/>
        </p:nvSpPr>
        <p:spPr>
          <a:xfrm>
            <a:off x="6120000" y="1562760"/>
            <a:ext cx="672660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TITLE ATTRIBUTE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08" name="Group 12"/>
          <p:cNvGrpSpPr/>
          <p:nvPr/>
        </p:nvGrpSpPr>
        <p:grpSpPr>
          <a:xfrm>
            <a:off x="1028880" y="5491800"/>
            <a:ext cx="2062800" cy="517320"/>
            <a:chOff x="1028880" y="5491800"/>
            <a:chExt cx="2062800" cy="517320"/>
          </a:xfrm>
        </p:grpSpPr>
        <p:sp>
          <p:nvSpPr>
            <p:cNvPr id="509" name="Freeform 13"/>
            <p:cNvSpPr/>
            <p:nvPr/>
          </p:nvSpPr>
          <p:spPr>
            <a:xfrm>
              <a:off x="1028880" y="5636520"/>
              <a:ext cx="2062800" cy="372600"/>
            </a:xfrm>
            <a:custGeom>
              <a:avLst/>
              <a:gdLst>
                <a:gd name="textAreaLeft" fmla="*/ 0 w 2062800"/>
                <a:gd name="textAreaRight" fmla="*/ 2063160 w 206280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543352" h="98261">
                  <a:moveTo>
                    <a:pt x="0" y="0"/>
                  </a:moveTo>
                  <a:lnTo>
                    <a:pt x="543352" y="0"/>
                  </a:lnTo>
                  <a:lnTo>
                    <a:pt x="543352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0" name="TextBox 14"/>
            <p:cNvSpPr/>
            <p:nvPr/>
          </p:nvSpPr>
          <p:spPr>
            <a:xfrm>
              <a:off x="1028880" y="5491800"/>
              <a:ext cx="206280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11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12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513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4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15" name="TextBox 19"/>
          <p:cNvSpPr/>
          <p:nvPr/>
        </p:nvSpPr>
        <p:spPr>
          <a:xfrm>
            <a:off x="6388920" y="3408120"/>
            <a:ext cx="10910520" cy="32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title attribute defines some extra information about an element.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value of the title attribute will be displayed as a tooltip when you mouse over the element: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16" name="Group 20"/>
          <p:cNvGrpSpPr/>
          <p:nvPr/>
        </p:nvGrpSpPr>
        <p:grpSpPr>
          <a:xfrm>
            <a:off x="5904360" y="6923880"/>
            <a:ext cx="277920" cy="277920"/>
            <a:chOff x="5904360" y="6923880"/>
            <a:chExt cx="277920" cy="277920"/>
          </a:xfrm>
        </p:grpSpPr>
        <p:sp>
          <p:nvSpPr>
            <p:cNvPr id="517" name="Freeform 21"/>
            <p:cNvSpPr/>
            <p:nvPr/>
          </p:nvSpPr>
          <p:spPr>
            <a:xfrm>
              <a:off x="5904360" y="69238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8" name="TextBox 22"/>
            <p:cNvSpPr/>
            <p:nvPr/>
          </p:nvSpPr>
          <p:spPr>
            <a:xfrm>
              <a:off x="5930640" y="693720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19" name="TextBox 23"/>
          <p:cNvSpPr/>
          <p:nvPr/>
        </p:nvSpPr>
        <p:spPr>
          <a:xfrm>
            <a:off x="6388920" y="669744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20" name="Group 24"/>
          <p:cNvGrpSpPr/>
          <p:nvPr/>
        </p:nvGrpSpPr>
        <p:grpSpPr>
          <a:xfrm>
            <a:off x="6926040" y="7477920"/>
            <a:ext cx="4837320" cy="678960"/>
            <a:chOff x="6926040" y="7477920"/>
            <a:chExt cx="4837320" cy="678960"/>
          </a:xfrm>
        </p:grpSpPr>
        <p:sp>
          <p:nvSpPr>
            <p:cNvPr id="521" name="Freeform 25"/>
            <p:cNvSpPr/>
            <p:nvPr/>
          </p:nvSpPr>
          <p:spPr>
            <a:xfrm>
              <a:off x="6926040" y="7622640"/>
              <a:ext cx="4837320" cy="534240"/>
            </a:xfrm>
            <a:custGeom>
              <a:avLst/>
              <a:gdLst>
                <a:gd name="textAreaLeft" fmla="*/ 0 w 4837320"/>
                <a:gd name="textAreaRight" fmla="*/ 4837680 w 483732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1274090" h="140842">
                  <a:moveTo>
                    <a:pt x="0" y="0"/>
                  </a:moveTo>
                  <a:lnTo>
                    <a:pt x="1274090" y="0"/>
                  </a:lnTo>
                  <a:lnTo>
                    <a:pt x="1274090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2" name="TextBox 26"/>
            <p:cNvSpPr/>
            <p:nvPr/>
          </p:nvSpPr>
          <p:spPr>
            <a:xfrm>
              <a:off x="6926040" y="7477920"/>
              <a:ext cx="483732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23" name="TextBox 27"/>
          <p:cNvSpPr/>
          <p:nvPr/>
        </p:nvSpPr>
        <p:spPr>
          <a:xfrm>
            <a:off x="6388920" y="7505280"/>
            <a:ext cx="108630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&lt;p title="I'm a tooltip"&gt;This is a paragraph.&lt;/p&gt;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roup 2"/>
          <p:cNvGrpSpPr/>
          <p:nvPr/>
        </p:nvGrpSpPr>
        <p:grpSpPr>
          <a:xfrm>
            <a:off x="0" y="-144720"/>
            <a:ext cx="5145840" cy="10772280"/>
            <a:chOff x="0" y="-144720"/>
            <a:chExt cx="5145840" cy="10772280"/>
          </a:xfrm>
        </p:grpSpPr>
        <p:sp>
          <p:nvSpPr>
            <p:cNvPr id="525" name="Freeform 3"/>
            <p:cNvSpPr/>
            <p:nvPr/>
          </p:nvSpPr>
          <p:spPr>
            <a:xfrm>
              <a:off x="0" y="0"/>
              <a:ext cx="5145840" cy="1062756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627560"/>
                <a:gd name="textAreaBottom" fmla="*/ 10627920 h 10627560"/>
              </a:gdLst>
              <a:ahLst/>
              <a:rect l="textAreaLeft" t="textAreaTop" r="textAreaRight" b="textAreaBottom"/>
              <a:pathLst>
                <a:path w="1355362" h="2799084">
                  <a:moveTo>
                    <a:pt x="0" y="0"/>
                  </a:moveTo>
                  <a:lnTo>
                    <a:pt x="1355362" y="0"/>
                  </a:lnTo>
                  <a:lnTo>
                    <a:pt x="1355362" y="2799084"/>
                  </a:lnTo>
                  <a:lnTo>
                    <a:pt x="0" y="2799084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6" name="TextBox 4"/>
            <p:cNvSpPr/>
            <p:nvPr/>
          </p:nvSpPr>
          <p:spPr>
            <a:xfrm>
              <a:off x="0" y="-144720"/>
              <a:ext cx="5145840" cy="1077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27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8" name="Group 6"/>
          <p:cNvGrpSpPr/>
          <p:nvPr/>
        </p:nvGrpSpPr>
        <p:grpSpPr>
          <a:xfrm>
            <a:off x="7989120" y="1580040"/>
            <a:ext cx="4677480" cy="999720"/>
            <a:chOff x="7989120" y="1580040"/>
            <a:chExt cx="4677480" cy="999720"/>
          </a:xfrm>
        </p:grpSpPr>
        <p:sp>
          <p:nvSpPr>
            <p:cNvPr id="529" name="Freeform 7"/>
            <p:cNvSpPr/>
            <p:nvPr/>
          </p:nvSpPr>
          <p:spPr>
            <a:xfrm>
              <a:off x="7989120" y="1724760"/>
              <a:ext cx="4677480" cy="855000"/>
            </a:xfrm>
            <a:custGeom>
              <a:avLst/>
              <a:gdLst>
                <a:gd name="textAreaLeft" fmla="*/ 0 w 4677480"/>
                <a:gd name="textAreaRight" fmla="*/ 4677840 w 46774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232036" h="225313">
                  <a:moveTo>
                    <a:pt x="0" y="0"/>
                  </a:moveTo>
                  <a:lnTo>
                    <a:pt x="1232036" y="0"/>
                  </a:lnTo>
                  <a:lnTo>
                    <a:pt x="1232036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0" name="TextBox 8"/>
            <p:cNvSpPr/>
            <p:nvPr/>
          </p:nvSpPr>
          <p:spPr>
            <a:xfrm>
              <a:off x="7989120" y="1580040"/>
              <a:ext cx="46774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31" name="Freeform 9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Box 10"/>
          <p:cNvSpPr/>
          <p:nvPr/>
        </p:nvSpPr>
        <p:spPr>
          <a:xfrm>
            <a:off x="5715360" y="1653120"/>
            <a:ext cx="695124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DOCUMENTS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Box 11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4" name="Group 12"/>
          <p:cNvGrpSpPr/>
          <p:nvPr/>
        </p:nvGrpSpPr>
        <p:grpSpPr>
          <a:xfrm>
            <a:off x="1028880" y="5838480"/>
            <a:ext cx="2090160" cy="517320"/>
            <a:chOff x="1028880" y="5838480"/>
            <a:chExt cx="2090160" cy="517320"/>
          </a:xfrm>
        </p:grpSpPr>
        <p:sp>
          <p:nvSpPr>
            <p:cNvPr id="535" name="Freeform 13"/>
            <p:cNvSpPr/>
            <p:nvPr/>
          </p:nvSpPr>
          <p:spPr>
            <a:xfrm>
              <a:off x="1028880" y="5983200"/>
              <a:ext cx="2090160" cy="372600"/>
            </a:xfrm>
            <a:custGeom>
              <a:avLst/>
              <a:gdLst>
                <a:gd name="textAreaLeft" fmla="*/ 0 w 2090160"/>
                <a:gd name="textAreaRight" fmla="*/ 2090520 w 209016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550615" h="98261">
                  <a:moveTo>
                    <a:pt x="0" y="0"/>
                  </a:moveTo>
                  <a:lnTo>
                    <a:pt x="550615" y="0"/>
                  </a:lnTo>
                  <a:lnTo>
                    <a:pt x="550615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6" name="TextBox 14"/>
            <p:cNvSpPr/>
            <p:nvPr/>
          </p:nvSpPr>
          <p:spPr>
            <a:xfrm>
              <a:off x="1028880" y="5838480"/>
              <a:ext cx="209016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37" name="TextBox 15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8" name="Group 16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539" name="Freeform 17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0" name="TextBox 18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41" name="Group 19"/>
          <p:cNvGrpSpPr/>
          <p:nvPr/>
        </p:nvGrpSpPr>
        <p:grpSpPr>
          <a:xfrm>
            <a:off x="5904360" y="5268960"/>
            <a:ext cx="277920" cy="277920"/>
            <a:chOff x="5904360" y="5268960"/>
            <a:chExt cx="277920" cy="277920"/>
          </a:xfrm>
        </p:grpSpPr>
        <p:sp>
          <p:nvSpPr>
            <p:cNvPr id="542" name="Freeform 20"/>
            <p:cNvSpPr/>
            <p:nvPr/>
          </p:nvSpPr>
          <p:spPr>
            <a:xfrm>
              <a:off x="5904360" y="52689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3" name="TextBox 21"/>
            <p:cNvSpPr/>
            <p:nvPr/>
          </p:nvSpPr>
          <p:spPr>
            <a:xfrm>
              <a:off x="5930640" y="52819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44" name="Group 22"/>
          <p:cNvGrpSpPr/>
          <p:nvPr/>
        </p:nvGrpSpPr>
        <p:grpSpPr>
          <a:xfrm>
            <a:off x="9144000" y="3930480"/>
            <a:ext cx="3269160" cy="667800"/>
            <a:chOff x="9144000" y="3930480"/>
            <a:chExt cx="3269160" cy="667800"/>
          </a:xfrm>
        </p:grpSpPr>
        <p:sp>
          <p:nvSpPr>
            <p:cNvPr id="545" name="Freeform 23"/>
            <p:cNvSpPr/>
            <p:nvPr/>
          </p:nvSpPr>
          <p:spPr>
            <a:xfrm>
              <a:off x="9144000" y="4075200"/>
              <a:ext cx="3269160" cy="523080"/>
            </a:xfrm>
            <a:custGeom>
              <a:avLst/>
              <a:gdLst>
                <a:gd name="textAreaLeft" fmla="*/ 0 w 3269160"/>
                <a:gd name="textAreaRight" fmla="*/ 3269520 w 326916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861134" h="137899">
                  <a:moveTo>
                    <a:pt x="0" y="0"/>
                  </a:moveTo>
                  <a:lnTo>
                    <a:pt x="861134" y="0"/>
                  </a:lnTo>
                  <a:lnTo>
                    <a:pt x="86113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6" name="TextBox 24"/>
            <p:cNvSpPr/>
            <p:nvPr/>
          </p:nvSpPr>
          <p:spPr>
            <a:xfrm>
              <a:off x="9144000" y="3930480"/>
              <a:ext cx="326916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47" name="Group 25"/>
          <p:cNvGrpSpPr/>
          <p:nvPr/>
        </p:nvGrpSpPr>
        <p:grpSpPr>
          <a:xfrm>
            <a:off x="8501760" y="5551920"/>
            <a:ext cx="1559520" cy="678960"/>
            <a:chOff x="8501760" y="5551920"/>
            <a:chExt cx="1559520" cy="678960"/>
          </a:xfrm>
        </p:grpSpPr>
        <p:sp>
          <p:nvSpPr>
            <p:cNvPr id="548" name="Freeform 26"/>
            <p:cNvSpPr/>
            <p:nvPr/>
          </p:nvSpPr>
          <p:spPr>
            <a:xfrm>
              <a:off x="8501760" y="5696640"/>
              <a:ext cx="1559520" cy="534240"/>
            </a:xfrm>
            <a:custGeom>
              <a:avLst/>
              <a:gdLst>
                <a:gd name="textAreaLeft" fmla="*/ 0 w 1559520"/>
                <a:gd name="textAreaRight" fmla="*/ 1559880 w 155952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410858" h="140842">
                  <a:moveTo>
                    <a:pt x="0" y="0"/>
                  </a:moveTo>
                  <a:lnTo>
                    <a:pt x="410858" y="0"/>
                  </a:lnTo>
                  <a:lnTo>
                    <a:pt x="410858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9" name="TextBox 27"/>
            <p:cNvSpPr/>
            <p:nvPr/>
          </p:nvSpPr>
          <p:spPr>
            <a:xfrm>
              <a:off x="8501760" y="5551920"/>
              <a:ext cx="155952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50" name="Group 28"/>
          <p:cNvGrpSpPr/>
          <p:nvPr/>
        </p:nvGrpSpPr>
        <p:grpSpPr>
          <a:xfrm>
            <a:off x="14381280" y="4998960"/>
            <a:ext cx="1284120" cy="678960"/>
            <a:chOff x="14381280" y="4998960"/>
            <a:chExt cx="1284120" cy="678960"/>
          </a:xfrm>
        </p:grpSpPr>
        <p:sp>
          <p:nvSpPr>
            <p:cNvPr id="551" name="Freeform 29"/>
            <p:cNvSpPr/>
            <p:nvPr/>
          </p:nvSpPr>
          <p:spPr>
            <a:xfrm>
              <a:off x="14381280" y="5143680"/>
              <a:ext cx="1284120" cy="534240"/>
            </a:xfrm>
            <a:custGeom>
              <a:avLst/>
              <a:gdLst>
                <a:gd name="textAreaLeft" fmla="*/ 0 w 1284120"/>
                <a:gd name="textAreaRight" fmla="*/ 1284480 w 128412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338286" h="140842">
                  <a:moveTo>
                    <a:pt x="0" y="0"/>
                  </a:moveTo>
                  <a:lnTo>
                    <a:pt x="338286" y="0"/>
                  </a:lnTo>
                  <a:lnTo>
                    <a:pt x="338286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2" name="TextBox 30"/>
            <p:cNvSpPr/>
            <p:nvPr/>
          </p:nvSpPr>
          <p:spPr>
            <a:xfrm>
              <a:off x="14381280" y="4998960"/>
              <a:ext cx="128412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53" name="Group 31"/>
          <p:cNvGrpSpPr/>
          <p:nvPr/>
        </p:nvGrpSpPr>
        <p:grpSpPr>
          <a:xfrm>
            <a:off x="6388920" y="7235280"/>
            <a:ext cx="1318680" cy="642960"/>
            <a:chOff x="6388920" y="7235280"/>
            <a:chExt cx="1318680" cy="642960"/>
          </a:xfrm>
        </p:grpSpPr>
        <p:sp>
          <p:nvSpPr>
            <p:cNvPr id="554" name="Freeform 32"/>
            <p:cNvSpPr/>
            <p:nvPr/>
          </p:nvSpPr>
          <p:spPr>
            <a:xfrm>
              <a:off x="6388920" y="7380000"/>
              <a:ext cx="1318680" cy="498240"/>
            </a:xfrm>
            <a:custGeom>
              <a:avLst/>
              <a:gdLst>
                <a:gd name="textAreaLeft" fmla="*/ 0 w 1318680"/>
                <a:gd name="textAreaRight" fmla="*/ 1319040 w 13186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347431" h="131356">
                  <a:moveTo>
                    <a:pt x="0" y="0"/>
                  </a:moveTo>
                  <a:lnTo>
                    <a:pt x="347431" y="0"/>
                  </a:lnTo>
                  <a:lnTo>
                    <a:pt x="34743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5" name="TextBox 33"/>
            <p:cNvSpPr/>
            <p:nvPr/>
          </p:nvSpPr>
          <p:spPr>
            <a:xfrm>
              <a:off x="6388920" y="7235280"/>
              <a:ext cx="13186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56" name="Group 34"/>
          <p:cNvGrpSpPr/>
          <p:nvPr/>
        </p:nvGrpSpPr>
        <p:grpSpPr>
          <a:xfrm>
            <a:off x="8742600" y="7235280"/>
            <a:ext cx="1515600" cy="642960"/>
            <a:chOff x="8742600" y="7235280"/>
            <a:chExt cx="1515600" cy="642960"/>
          </a:xfrm>
        </p:grpSpPr>
        <p:sp>
          <p:nvSpPr>
            <p:cNvPr id="557" name="Freeform 35"/>
            <p:cNvSpPr/>
            <p:nvPr/>
          </p:nvSpPr>
          <p:spPr>
            <a:xfrm>
              <a:off x="8742600" y="7380000"/>
              <a:ext cx="1515600" cy="498240"/>
            </a:xfrm>
            <a:custGeom>
              <a:avLst/>
              <a:gdLst>
                <a:gd name="textAreaLeft" fmla="*/ 0 w 1515600"/>
                <a:gd name="textAreaRight" fmla="*/ 1515960 w 15156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399268" h="131356">
                  <a:moveTo>
                    <a:pt x="0" y="0"/>
                  </a:moveTo>
                  <a:lnTo>
                    <a:pt x="399268" y="0"/>
                  </a:lnTo>
                  <a:lnTo>
                    <a:pt x="399268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8" name="TextBox 36"/>
            <p:cNvSpPr/>
            <p:nvPr/>
          </p:nvSpPr>
          <p:spPr>
            <a:xfrm>
              <a:off x="8742600" y="7235280"/>
              <a:ext cx="15156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59" name="TextBox 37"/>
          <p:cNvSpPr/>
          <p:nvPr/>
        </p:nvSpPr>
        <p:spPr>
          <a:xfrm>
            <a:off x="6388920" y="3408120"/>
            <a:ext cx="10910520" cy="49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All HTML documents must start with a document type declaration: &lt;!DOCTYPE html&gt;.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HTML document itself begins with &lt;html&gt; and ends with &lt;/html&gt;.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visible part of the HTML document is between &lt;body&gt; and &lt;/body&gt;.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60" name="Group 38"/>
          <p:cNvGrpSpPr/>
          <p:nvPr/>
        </p:nvGrpSpPr>
        <p:grpSpPr>
          <a:xfrm>
            <a:off x="5904360" y="6898320"/>
            <a:ext cx="277920" cy="277920"/>
            <a:chOff x="5904360" y="6898320"/>
            <a:chExt cx="277920" cy="277920"/>
          </a:xfrm>
        </p:grpSpPr>
        <p:sp>
          <p:nvSpPr>
            <p:cNvPr id="561" name="Freeform 39"/>
            <p:cNvSpPr/>
            <p:nvPr/>
          </p:nvSpPr>
          <p:spPr>
            <a:xfrm>
              <a:off x="5904360" y="68983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2" name="TextBox 40"/>
            <p:cNvSpPr/>
            <p:nvPr/>
          </p:nvSpPr>
          <p:spPr>
            <a:xfrm>
              <a:off x="5930640" y="69112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roup 2"/>
          <p:cNvGrpSpPr/>
          <p:nvPr/>
        </p:nvGrpSpPr>
        <p:grpSpPr>
          <a:xfrm>
            <a:off x="0" y="-144720"/>
            <a:ext cx="5145840" cy="10729440"/>
            <a:chOff x="0" y="-144720"/>
            <a:chExt cx="5145840" cy="10729440"/>
          </a:xfrm>
        </p:grpSpPr>
        <p:sp>
          <p:nvSpPr>
            <p:cNvPr id="564" name="Freeform 3"/>
            <p:cNvSpPr/>
            <p:nvPr/>
          </p:nvSpPr>
          <p:spPr>
            <a:xfrm>
              <a:off x="0" y="0"/>
              <a:ext cx="5145840" cy="10584720"/>
            </a:xfrm>
            <a:custGeom>
              <a:avLst/>
              <a:gdLst>
                <a:gd name="textAreaLeft" fmla="*/ 0 w 5145840"/>
                <a:gd name="textAreaRight" fmla="*/ 5146200 w 5145840"/>
                <a:gd name="textAreaTop" fmla="*/ 0 h 10584720"/>
                <a:gd name="textAreaBottom" fmla="*/ 10585080 h 10584720"/>
              </a:gdLst>
              <a:ahLst/>
              <a:rect l="textAreaLeft" t="textAreaTop" r="textAreaRight" b="textAreaBottom"/>
              <a:pathLst>
                <a:path w="1355362" h="2787865">
                  <a:moveTo>
                    <a:pt x="0" y="0"/>
                  </a:moveTo>
                  <a:lnTo>
                    <a:pt x="1355362" y="0"/>
                  </a:lnTo>
                  <a:lnTo>
                    <a:pt x="1355362" y="2787865"/>
                  </a:lnTo>
                  <a:lnTo>
                    <a:pt x="0" y="2787865"/>
                  </a:lnTo>
                  <a:close/>
                </a:path>
              </a:pathLst>
            </a:custGeom>
            <a:solidFill>
              <a:srgbClr val="0027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5" name="TextBox 4"/>
            <p:cNvSpPr/>
            <p:nvPr/>
          </p:nvSpPr>
          <p:spPr>
            <a:xfrm>
              <a:off x="0" y="-144720"/>
              <a:ext cx="5145840" cy="1072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66" name="Freeform 5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Freeform 6"/>
          <p:cNvSpPr/>
          <p:nvPr/>
        </p:nvSpPr>
        <p:spPr>
          <a:xfrm>
            <a:off x="605520" y="641520"/>
            <a:ext cx="2769480" cy="931320"/>
          </a:xfrm>
          <a:custGeom>
            <a:avLst/>
            <a:gdLst>
              <a:gd name="textAreaLeft" fmla="*/ 0 w 2769480"/>
              <a:gd name="textAreaRight" fmla="*/ 2769840 w 2769480"/>
              <a:gd name="textAreaTop" fmla="*/ 0 h 931320"/>
              <a:gd name="textAreaBottom" fmla="*/ 931680 h 931320"/>
            </a:gdLst>
            <a:ahLst/>
            <a:rect l="textAreaLeft" t="textAreaTop" r="textAreaRight" b="textAreaBottom"/>
            <a:pathLst>
              <a:path w="2769789" h="931656">
                <a:moveTo>
                  <a:pt x="0" y="0"/>
                </a:moveTo>
                <a:lnTo>
                  <a:pt x="2769789" y="0"/>
                </a:lnTo>
                <a:lnTo>
                  <a:pt x="2769789" y="931656"/>
                </a:lnTo>
                <a:lnTo>
                  <a:pt x="0" y="931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Box 7"/>
          <p:cNvSpPr/>
          <p:nvPr/>
        </p:nvSpPr>
        <p:spPr>
          <a:xfrm>
            <a:off x="513720" y="1781640"/>
            <a:ext cx="1275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Consolas Bold"/>
                <a:ea typeface="Consolas Bold"/>
              </a:rPr>
              <a:t>Content: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69" name="Group 8"/>
          <p:cNvGrpSpPr/>
          <p:nvPr/>
        </p:nvGrpSpPr>
        <p:grpSpPr>
          <a:xfrm>
            <a:off x="1151640" y="6162480"/>
            <a:ext cx="2668680" cy="517320"/>
            <a:chOff x="1151640" y="6162480"/>
            <a:chExt cx="2668680" cy="517320"/>
          </a:xfrm>
        </p:grpSpPr>
        <p:sp>
          <p:nvSpPr>
            <p:cNvPr id="570" name="Freeform 9"/>
            <p:cNvSpPr/>
            <p:nvPr/>
          </p:nvSpPr>
          <p:spPr>
            <a:xfrm>
              <a:off x="1151640" y="6307200"/>
              <a:ext cx="2668680" cy="372600"/>
            </a:xfrm>
            <a:custGeom>
              <a:avLst/>
              <a:gdLst>
                <a:gd name="textAreaLeft" fmla="*/ 0 w 2668680"/>
                <a:gd name="textAreaRight" fmla="*/ 2669040 w 2668680"/>
                <a:gd name="textAreaTop" fmla="*/ 0 h 372600"/>
                <a:gd name="textAreaBottom" fmla="*/ 372960 h 372600"/>
              </a:gdLst>
              <a:ahLst/>
              <a:rect l="textAreaLeft" t="textAreaTop" r="textAreaRight" b="textAreaBottom"/>
              <a:pathLst>
                <a:path w="702997" h="98261">
                  <a:moveTo>
                    <a:pt x="0" y="0"/>
                  </a:moveTo>
                  <a:lnTo>
                    <a:pt x="702997" y="0"/>
                  </a:lnTo>
                  <a:lnTo>
                    <a:pt x="702997" y="98261"/>
                  </a:lnTo>
                  <a:lnTo>
                    <a:pt x="0" y="98261"/>
                  </a:lnTo>
                  <a:close/>
                </a:path>
              </a:pathLst>
            </a:custGeom>
            <a:solidFill>
              <a:srgbClr val="010d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1" name="TextBox 10"/>
            <p:cNvSpPr/>
            <p:nvPr/>
          </p:nvSpPr>
          <p:spPr>
            <a:xfrm>
              <a:off x="1151640" y="6162480"/>
              <a:ext cx="26686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72" name="TextBox 11"/>
          <p:cNvSpPr/>
          <p:nvPr/>
        </p:nvSpPr>
        <p:spPr>
          <a:xfrm>
            <a:off x="605520" y="2269800"/>
            <a:ext cx="405756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I. What is HTML?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II. Structure of HTML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III. What is an HTML element?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IV. Empty HTML elements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V. HTML attributes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HREF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SRC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Width and height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ALT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STYLE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lvl="1" marL="410040" indent="-205200" defTabSz="914400">
              <a:lnSpc>
                <a:spcPts val="2659"/>
              </a:lnSpc>
              <a:buClr>
                <a:srgbClr val="c1ff72"/>
              </a:buClr>
              <a:buFont typeface="Arial"/>
              <a:buChar char="•"/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TITLE attribute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VI. HTML documents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c1ff72"/>
                </a:solidFill>
                <a:latin typeface="Consolas Bold"/>
                <a:ea typeface="Consolas Bold"/>
              </a:rPr>
              <a:t>VII. Doctype declaration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73" name="Group 12"/>
          <p:cNvGrpSpPr/>
          <p:nvPr/>
        </p:nvGrpSpPr>
        <p:grpSpPr>
          <a:xfrm>
            <a:off x="6388920" y="5551920"/>
            <a:ext cx="5154120" cy="678960"/>
            <a:chOff x="6388920" y="5551920"/>
            <a:chExt cx="5154120" cy="678960"/>
          </a:xfrm>
        </p:grpSpPr>
        <p:sp>
          <p:nvSpPr>
            <p:cNvPr id="574" name="Freeform 13"/>
            <p:cNvSpPr/>
            <p:nvPr/>
          </p:nvSpPr>
          <p:spPr>
            <a:xfrm>
              <a:off x="6388920" y="5696640"/>
              <a:ext cx="5154120" cy="534240"/>
            </a:xfrm>
            <a:custGeom>
              <a:avLst/>
              <a:gdLst>
                <a:gd name="textAreaLeft" fmla="*/ 0 w 5154120"/>
                <a:gd name="textAreaRight" fmla="*/ 5154480 w 515412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1357532" h="140842">
                  <a:moveTo>
                    <a:pt x="0" y="0"/>
                  </a:moveTo>
                  <a:lnTo>
                    <a:pt x="1357532" y="0"/>
                  </a:lnTo>
                  <a:lnTo>
                    <a:pt x="135753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5" name="TextBox 14"/>
            <p:cNvSpPr/>
            <p:nvPr/>
          </p:nvSpPr>
          <p:spPr>
            <a:xfrm>
              <a:off x="6388920" y="5551920"/>
              <a:ext cx="515412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76" name="Group 15"/>
          <p:cNvGrpSpPr/>
          <p:nvPr/>
        </p:nvGrpSpPr>
        <p:grpSpPr>
          <a:xfrm>
            <a:off x="12859560" y="7207560"/>
            <a:ext cx="3851280" cy="642960"/>
            <a:chOff x="12859560" y="7207560"/>
            <a:chExt cx="3851280" cy="642960"/>
          </a:xfrm>
        </p:grpSpPr>
        <p:sp>
          <p:nvSpPr>
            <p:cNvPr id="577" name="Freeform 16"/>
            <p:cNvSpPr/>
            <p:nvPr/>
          </p:nvSpPr>
          <p:spPr>
            <a:xfrm>
              <a:off x="12859560" y="7352280"/>
              <a:ext cx="3851280" cy="498240"/>
            </a:xfrm>
            <a:custGeom>
              <a:avLst/>
              <a:gdLst>
                <a:gd name="textAreaLeft" fmla="*/ 0 w 3851280"/>
                <a:gd name="textAreaRight" fmla="*/ 3851640 w 3851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1014402" h="131356">
                  <a:moveTo>
                    <a:pt x="0" y="0"/>
                  </a:moveTo>
                  <a:lnTo>
                    <a:pt x="1014402" y="0"/>
                  </a:lnTo>
                  <a:lnTo>
                    <a:pt x="1014402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8" name="TextBox 17"/>
            <p:cNvSpPr/>
            <p:nvPr/>
          </p:nvSpPr>
          <p:spPr>
            <a:xfrm>
              <a:off x="12859560" y="7207560"/>
              <a:ext cx="3851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79" name="Group 18"/>
          <p:cNvGrpSpPr/>
          <p:nvPr/>
        </p:nvGrpSpPr>
        <p:grpSpPr>
          <a:xfrm>
            <a:off x="6388920" y="8290080"/>
            <a:ext cx="3221280" cy="642960"/>
            <a:chOff x="6388920" y="8290080"/>
            <a:chExt cx="3221280" cy="642960"/>
          </a:xfrm>
        </p:grpSpPr>
        <p:sp>
          <p:nvSpPr>
            <p:cNvPr id="580" name="Freeform 19"/>
            <p:cNvSpPr/>
            <p:nvPr/>
          </p:nvSpPr>
          <p:spPr>
            <a:xfrm>
              <a:off x="6388920" y="8434800"/>
              <a:ext cx="3221280" cy="498240"/>
            </a:xfrm>
            <a:custGeom>
              <a:avLst/>
              <a:gdLst>
                <a:gd name="textAreaLeft" fmla="*/ 0 w 3221280"/>
                <a:gd name="textAreaRight" fmla="*/ 3221640 w 3221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848523" h="131356">
                  <a:moveTo>
                    <a:pt x="0" y="0"/>
                  </a:moveTo>
                  <a:lnTo>
                    <a:pt x="848523" y="0"/>
                  </a:lnTo>
                  <a:lnTo>
                    <a:pt x="848523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1" name="TextBox 20"/>
            <p:cNvSpPr/>
            <p:nvPr/>
          </p:nvSpPr>
          <p:spPr>
            <a:xfrm>
              <a:off x="6388920" y="8290080"/>
              <a:ext cx="3221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82" name="Group 21"/>
          <p:cNvGrpSpPr/>
          <p:nvPr/>
        </p:nvGrpSpPr>
        <p:grpSpPr>
          <a:xfrm>
            <a:off x="7252200" y="3352680"/>
            <a:ext cx="2248200" cy="667800"/>
            <a:chOff x="7252200" y="3352680"/>
            <a:chExt cx="2248200" cy="667800"/>
          </a:xfrm>
        </p:grpSpPr>
        <p:sp>
          <p:nvSpPr>
            <p:cNvPr id="583" name="Freeform 22"/>
            <p:cNvSpPr/>
            <p:nvPr/>
          </p:nvSpPr>
          <p:spPr>
            <a:xfrm>
              <a:off x="7252200" y="3497400"/>
              <a:ext cx="2248200" cy="523080"/>
            </a:xfrm>
            <a:custGeom>
              <a:avLst/>
              <a:gdLst>
                <a:gd name="textAreaLeft" fmla="*/ 0 w 2248200"/>
                <a:gd name="textAreaRight" fmla="*/ 2248560 w 224820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592206" h="137899">
                  <a:moveTo>
                    <a:pt x="0" y="0"/>
                  </a:moveTo>
                  <a:lnTo>
                    <a:pt x="592206" y="0"/>
                  </a:lnTo>
                  <a:lnTo>
                    <a:pt x="592206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4" name="TextBox 23"/>
            <p:cNvSpPr/>
            <p:nvPr/>
          </p:nvSpPr>
          <p:spPr>
            <a:xfrm>
              <a:off x="7252200" y="3352680"/>
              <a:ext cx="224820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85" name="TextBox 24"/>
          <p:cNvSpPr/>
          <p:nvPr/>
        </p:nvSpPr>
        <p:spPr>
          <a:xfrm>
            <a:off x="6388920" y="3408120"/>
            <a:ext cx="10910520" cy="60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&lt;!DOCTYPE&gt; declaration represents the document type, and helps browsers to display web pages correctly.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It must only appear once, at the top of the page (before any HTML tags).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&lt;!DOCTYPE&gt; declaration is not case sensitive.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The &lt;!DOCTYPE&gt; declaration for HTML5 is: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ffffff"/>
                </a:solidFill>
                <a:latin typeface="Consolas"/>
                <a:ea typeface="Consolas"/>
              </a:rPr>
              <a:t>&lt;!DOCTYPE html&gt; 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86" name="Group 25"/>
          <p:cNvGrpSpPr/>
          <p:nvPr/>
        </p:nvGrpSpPr>
        <p:grpSpPr>
          <a:xfrm>
            <a:off x="10521720" y="1580040"/>
            <a:ext cx="5143680" cy="999720"/>
            <a:chOff x="10521720" y="1580040"/>
            <a:chExt cx="5143680" cy="999720"/>
          </a:xfrm>
        </p:grpSpPr>
        <p:sp>
          <p:nvSpPr>
            <p:cNvPr id="587" name="Freeform 26"/>
            <p:cNvSpPr/>
            <p:nvPr/>
          </p:nvSpPr>
          <p:spPr>
            <a:xfrm>
              <a:off x="10521720" y="1724760"/>
              <a:ext cx="5143680" cy="855000"/>
            </a:xfrm>
            <a:custGeom>
              <a:avLst/>
              <a:gdLst>
                <a:gd name="textAreaLeft" fmla="*/ 0 w 5143680"/>
                <a:gd name="textAreaRight" fmla="*/ 5144040 w 51436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354785" h="225313">
                  <a:moveTo>
                    <a:pt x="0" y="0"/>
                  </a:moveTo>
                  <a:lnTo>
                    <a:pt x="1354785" y="0"/>
                  </a:lnTo>
                  <a:lnTo>
                    <a:pt x="1354785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8" name="TextBox 27"/>
            <p:cNvSpPr/>
            <p:nvPr/>
          </p:nvSpPr>
          <p:spPr>
            <a:xfrm>
              <a:off x="10521720" y="1580040"/>
              <a:ext cx="51436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89" name="TextBox 28"/>
          <p:cNvSpPr/>
          <p:nvPr/>
        </p:nvSpPr>
        <p:spPr>
          <a:xfrm>
            <a:off x="5715360" y="1653120"/>
            <a:ext cx="994968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313"/>
              </a:lnSpc>
            </a:pPr>
            <a:r>
              <a:rPr b="1" lang="en-US" sz="5220" spc="712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&lt;!DOCTYPE&gt; DECLARATION</a:t>
            </a:r>
            <a:endParaRPr b="0" lang="en-PH" sz="522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90" name="Group 29"/>
          <p:cNvGrpSpPr/>
          <p:nvPr/>
        </p:nvGrpSpPr>
        <p:grpSpPr>
          <a:xfrm>
            <a:off x="5904360" y="3674520"/>
            <a:ext cx="277920" cy="277920"/>
            <a:chOff x="5904360" y="3674520"/>
            <a:chExt cx="277920" cy="277920"/>
          </a:xfrm>
        </p:grpSpPr>
        <p:sp>
          <p:nvSpPr>
            <p:cNvPr id="591" name="Freeform 30"/>
            <p:cNvSpPr/>
            <p:nvPr/>
          </p:nvSpPr>
          <p:spPr>
            <a:xfrm>
              <a:off x="5904360" y="3674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2" name="TextBox 31"/>
            <p:cNvSpPr/>
            <p:nvPr/>
          </p:nvSpPr>
          <p:spPr>
            <a:xfrm>
              <a:off x="5930640" y="3687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93" name="Group 32"/>
          <p:cNvGrpSpPr/>
          <p:nvPr/>
        </p:nvGrpSpPr>
        <p:grpSpPr>
          <a:xfrm>
            <a:off x="5904360" y="5825160"/>
            <a:ext cx="277920" cy="277920"/>
            <a:chOff x="5904360" y="5825160"/>
            <a:chExt cx="277920" cy="277920"/>
          </a:xfrm>
        </p:grpSpPr>
        <p:sp>
          <p:nvSpPr>
            <p:cNvPr id="594" name="Freeform 33"/>
            <p:cNvSpPr/>
            <p:nvPr/>
          </p:nvSpPr>
          <p:spPr>
            <a:xfrm>
              <a:off x="5904360" y="58251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5" name="TextBox 34"/>
            <p:cNvSpPr/>
            <p:nvPr/>
          </p:nvSpPr>
          <p:spPr>
            <a:xfrm>
              <a:off x="5930640" y="58381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96" name="Group 35"/>
          <p:cNvGrpSpPr/>
          <p:nvPr/>
        </p:nvGrpSpPr>
        <p:grpSpPr>
          <a:xfrm>
            <a:off x="5904360" y="6898320"/>
            <a:ext cx="277920" cy="277920"/>
            <a:chOff x="5904360" y="6898320"/>
            <a:chExt cx="277920" cy="277920"/>
          </a:xfrm>
        </p:grpSpPr>
        <p:sp>
          <p:nvSpPr>
            <p:cNvPr id="597" name="Freeform 36"/>
            <p:cNvSpPr/>
            <p:nvPr/>
          </p:nvSpPr>
          <p:spPr>
            <a:xfrm>
              <a:off x="5904360" y="68983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8" name="TextBox 37"/>
            <p:cNvSpPr/>
            <p:nvPr/>
          </p:nvSpPr>
          <p:spPr>
            <a:xfrm>
              <a:off x="5930640" y="69112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Freeform 3"/>
          <p:cNvSpPr/>
          <p:nvPr/>
        </p:nvSpPr>
        <p:spPr>
          <a:xfrm>
            <a:off x="8462880" y="2687040"/>
            <a:ext cx="2066040" cy="694800"/>
          </a:xfrm>
          <a:custGeom>
            <a:avLst/>
            <a:gdLst>
              <a:gd name="textAreaLeft" fmla="*/ 0 w 2066040"/>
              <a:gd name="textAreaRight" fmla="*/ 2066400 w 2066040"/>
              <a:gd name="textAreaTop" fmla="*/ 0 h 694800"/>
              <a:gd name="textAreaBottom" fmla="*/ 695160 h 694800"/>
            </a:gdLst>
            <a:ahLst/>
            <a:rect l="textAreaLeft" t="textAreaTop" r="textAreaRight" b="textAreaBottom"/>
            <a:pathLst>
              <a:path w="2066315" h="695033">
                <a:moveTo>
                  <a:pt x="0" y="0"/>
                </a:moveTo>
                <a:lnTo>
                  <a:pt x="2066315" y="0"/>
                </a:lnTo>
                <a:lnTo>
                  <a:pt x="2066315" y="695034"/>
                </a:lnTo>
                <a:lnTo>
                  <a:pt x="0" y="6950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01" name="Group 4"/>
          <p:cNvGrpSpPr/>
          <p:nvPr/>
        </p:nvGrpSpPr>
        <p:grpSpPr>
          <a:xfrm>
            <a:off x="7526520" y="5039280"/>
            <a:ext cx="6234120" cy="1437120"/>
            <a:chOff x="7526520" y="5039280"/>
            <a:chExt cx="6234120" cy="1437120"/>
          </a:xfrm>
        </p:grpSpPr>
        <p:sp>
          <p:nvSpPr>
            <p:cNvPr id="602" name="Freeform 5"/>
            <p:cNvSpPr/>
            <p:nvPr/>
          </p:nvSpPr>
          <p:spPr>
            <a:xfrm>
              <a:off x="7526520" y="5234400"/>
              <a:ext cx="6234120" cy="1242000"/>
            </a:xfrm>
            <a:custGeom>
              <a:avLst/>
              <a:gdLst>
                <a:gd name="textAreaLeft" fmla="*/ 0 w 6234120"/>
                <a:gd name="textAreaRight" fmla="*/ 6234480 w 6234120"/>
                <a:gd name="textAreaTop" fmla="*/ 0 h 1242000"/>
                <a:gd name="textAreaBottom" fmla="*/ 1242360 h 1242000"/>
              </a:gdLst>
              <a:ahLst/>
              <a:rect l="textAreaLeft" t="textAreaTop" r="textAreaRight" b="textAreaBottom"/>
              <a:pathLst>
                <a:path w="1217713" h="242653">
                  <a:moveTo>
                    <a:pt x="0" y="0"/>
                  </a:moveTo>
                  <a:lnTo>
                    <a:pt x="1217713" y="0"/>
                  </a:lnTo>
                  <a:lnTo>
                    <a:pt x="1217713" y="242653"/>
                  </a:lnTo>
                  <a:lnTo>
                    <a:pt x="0" y="242653"/>
                  </a:lnTo>
                  <a:close/>
                </a:path>
              </a:pathLst>
            </a:custGeom>
            <a:solidFill>
              <a:srgbClr val="f165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3" name="TextBox 6"/>
            <p:cNvSpPr/>
            <p:nvPr/>
          </p:nvSpPr>
          <p:spPr>
            <a:xfrm>
              <a:off x="7526520" y="5039280"/>
              <a:ext cx="6234120" cy="143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800" rIns="64800" tIns="64800" bIns="6480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04" name="TextBox 7"/>
          <p:cNvSpPr/>
          <p:nvPr/>
        </p:nvSpPr>
        <p:spPr>
          <a:xfrm>
            <a:off x="4882680" y="3648240"/>
            <a:ext cx="8877960" cy="43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310"/>
              </a:lnSpc>
            </a:pPr>
            <a:r>
              <a:rPr b="1" lang="en-US" sz="8080" spc="1104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THANK YOU FOR LISTENING</a:t>
            </a:r>
            <a:endParaRPr b="0" lang="en-PH" sz="8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Box 8"/>
          <p:cNvSpPr/>
          <p:nvPr/>
        </p:nvSpPr>
        <p:spPr>
          <a:xfrm>
            <a:off x="4660560" y="3892320"/>
            <a:ext cx="1000080" cy="16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87"/>
              </a:lnSpc>
            </a:pPr>
            <a:r>
              <a:rPr b="1" lang="en-US" sz="4780" spc="-1" strike="noStrike">
                <a:solidFill>
                  <a:srgbClr val="ffffff"/>
                </a:solidFill>
                <a:latin typeface="Consolas Bold"/>
                <a:ea typeface="Consolas Bold"/>
              </a:rPr>
              <a:t>&lt;p&gt;</a:t>
            </a:r>
            <a:endParaRPr b="0" lang="en-PH" sz="4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Box 9"/>
          <p:cNvSpPr/>
          <p:nvPr/>
        </p:nvSpPr>
        <p:spPr>
          <a:xfrm>
            <a:off x="13973040" y="5346360"/>
            <a:ext cx="133344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87"/>
              </a:lnSpc>
            </a:pPr>
            <a:r>
              <a:rPr b="1" lang="en-US" sz="4780" spc="-1" strike="noStrike">
                <a:solidFill>
                  <a:srgbClr val="ffffff"/>
                </a:solidFill>
                <a:latin typeface="Consolas Bold"/>
                <a:ea typeface="Consolas Bold"/>
              </a:rPr>
              <a:t>&lt;/p&gt;</a:t>
            </a:r>
            <a:endParaRPr b="0" lang="en-PH" sz="47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DAHO2Z2rXNo</dc:identifier>
  <dc:language>en-PH</dc:language>
  <cp:lastModifiedBy/>
  <dcterms:modified xsi:type="dcterms:W3CDTF">2026-07-10T09:09:15Z</dcterms:modified>
  <cp:revision>2</cp:revision>
  <dc:subject/>
  <dc:title>HTML Coding Presentation in Blue Green Orange Purple Modern Style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