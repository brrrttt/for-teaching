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62633" autoAdjust="0"/>
  </p:normalViewPr>
  <p:slideViewPr>
    <p:cSldViewPr>
      <p:cViewPr varScale="1">
        <p:scale>
          <a:sx n="50" d="100"/>
          <a:sy n="50" d="100"/>
        </p:scale>
        <p:origin x="215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78772C-02D1-4C2A-9CCE-BE9CB687C8FA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2965F5-901E-4200-BFA6-31CD095CA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81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965F5-901E-4200-BFA6-31CD095CAA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916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965F5-901E-4200-BFA6-31CD095CAA0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4562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965F5-901E-4200-BFA6-31CD095CAA0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09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965F5-901E-4200-BFA6-31CD095CAA0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2106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965F5-901E-4200-BFA6-31CD095CAA0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3145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965F5-901E-4200-BFA6-31CD095CAA0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992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965F5-901E-4200-BFA6-31CD095CAA0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103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</Words>
  <Application>Microsoft Office PowerPoint</Application>
  <PresentationFormat>Custom</PresentationFormat>
  <Paragraphs>7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Jamm AGPLZ</dc:creator>
  <cp:lastModifiedBy>Jamm AGPLZ</cp:lastModifiedBy>
  <cp:revision>4</cp:revision>
  <dcterms:created xsi:type="dcterms:W3CDTF">2006-08-16T00:00:00Z</dcterms:created>
  <dcterms:modified xsi:type="dcterms:W3CDTF">2026-06-23T11:29:12Z</dcterms:modified>
</cp:coreProperties>
</file>