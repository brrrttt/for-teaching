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3.svg" ContentType="image/svg"/>
  <Override PartName="/ppt/media/image9.svg" ContentType="image/svg"/>
  <Override PartName="/ppt/media/image11.svg" ContentType="image/svg"/>
  <Override PartName="/ppt/media/image7.svg" ContentType="image/svg"/>
  <Override PartName="/ppt/media/image12.png" ContentType="image/png"/>
  <Override PartName="/ppt/media/image8.png" ContentType="image/png"/>
  <Override PartName="/ppt/media/image5.svg" ContentType="image/svg"/>
  <Override PartName="/ppt/media/image4.png" ContentType="image/png"/>
  <Override PartName="/ppt/media/image24.svg" ContentType="image/svg"/>
  <Override PartName="/ppt/media/image23.png" ContentType="image/png"/>
  <Override PartName="/ppt/media/image21.png" ContentType="image/png"/>
  <Override PartName="/ppt/media/image10.png" ContentType="image/png"/>
  <Override PartName="/ppt/media/image1.png" ContentType="image/png"/>
  <Override PartName="/ppt/media/image19.svg" ContentType="image/svg"/>
  <Override PartName="/ppt/media/image20.png" ContentType="image/png"/>
  <Override PartName="/ppt/media/image18.png" ContentType="image/png"/>
  <Override PartName="/ppt/media/image15.svg" ContentType="image/svg"/>
  <Override PartName="/ppt/media/image17.svg" ContentType="image/svg"/>
  <Override PartName="/ppt/media/image16.png" ContentType="image/png"/>
  <Override PartName="/ppt/media/image14.png" ContentType="image/png"/>
  <Override PartName="/ppt/media/image22.svg" ContentType="image/svg"/>
  <Override PartName="/ppt/media/image2.png" ContentType="image/png"/>
  <Override PartName="/ppt/media/image3.svg" ContentType="image/sv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FE47FF-4499-4090-BFCA-EB0662AB07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582401-51EF-4479-8379-D7485024AD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FA233AB-B4EC-4FDB-9AE4-A409F09282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FD953C8-41EA-456A-99FA-E7A760B171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E66E1E8-98E9-4277-92AE-A259F430F3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93A249C-4CE2-4AF9-AD01-6F889CEF63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DB85F5B-1FED-4B1C-828C-DE9555581B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683D06E-B20C-4278-B09F-430441921A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3C2A26B-18C8-422D-B557-A33B18CE9F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0F104AC-3D32-4789-B6E4-56FF7E39A1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F46113DC-C42B-4A72-A90E-DBDA5E626A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0AC92E-043B-4240-85D8-7A80A7073B7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86C52C-EBB5-47F0-ADEF-5488F1E8FEC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E3E61D-CE37-4F94-A0C9-92A34A55DD7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50D6E0-2ACE-484F-8B08-BDC6F7A49DF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A50EAE-E768-46DA-8B56-BF8173246D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99C25-9661-4492-A50E-285EE9220C4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C9B1CA-8D1C-4CC2-99BF-475716FBF8F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8012A7-9994-405D-BAEC-BE5F760F999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6A33EB-9643-40B6-9D76-C6892CBD70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2077E-9A5E-4D6B-A746-B2B5765B589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A721CD-FD31-448F-98F8-37E72AF368C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svg"/><Relationship Id="rId22" Type="http://schemas.openxmlformats.org/officeDocument/2006/relationships/image" Target="../media/image23.png"/><Relationship Id="rId23" Type="http://schemas.openxmlformats.org/officeDocument/2006/relationships/image" Target="../media/image24.svg"/><Relationship Id="rId24" Type="http://schemas.openxmlformats.org/officeDocument/2006/relationships/image" Target="../media/image18.png"/><Relationship Id="rId25" Type="http://schemas.openxmlformats.org/officeDocument/2006/relationships/image" Target="../media/image19.svg"/><Relationship Id="rId26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svg"/><Relationship Id="rId17" Type="http://schemas.openxmlformats.org/officeDocument/2006/relationships/image" Target="../media/image18.png"/><Relationship Id="rId18" Type="http://schemas.openxmlformats.org/officeDocument/2006/relationships/image" Target="../media/image19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Freeform 3"/>
          <p:cNvSpPr/>
          <p:nvPr/>
        </p:nvSpPr>
        <p:spPr>
          <a:xfrm>
            <a:off x="4772880" y="3223800"/>
            <a:ext cx="8741880" cy="2940120"/>
          </a:xfrm>
          <a:custGeom>
            <a:avLst/>
            <a:gdLst>
              <a:gd name="textAreaLeft" fmla="*/ 0 w 8741880"/>
              <a:gd name="textAreaRight" fmla="*/ 8742240 w 8741880"/>
              <a:gd name="textAreaTop" fmla="*/ 0 h 2940120"/>
              <a:gd name="textAreaBottom" fmla="*/ 2940480 h 2940120"/>
            </a:gdLst>
            <a:ahLst/>
            <a:rect l="textAreaLeft" t="textAreaTop" r="textAreaRight" b="textAreaBottom"/>
            <a:pathLst>
              <a:path w="8742251" h="2940575">
                <a:moveTo>
                  <a:pt x="0" y="0"/>
                </a:moveTo>
                <a:lnTo>
                  <a:pt x="8742252" y="0"/>
                </a:lnTo>
                <a:lnTo>
                  <a:pt x="8742252" y="2940575"/>
                </a:lnTo>
                <a:lnTo>
                  <a:pt x="0" y="29405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9" name="Group 4"/>
          <p:cNvGrpSpPr/>
          <p:nvPr/>
        </p:nvGrpSpPr>
        <p:grpSpPr>
          <a:xfrm>
            <a:off x="9372240" y="1756440"/>
            <a:ext cx="3357000" cy="724320"/>
            <a:chOff x="9372240" y="1756440"/>
            <a:chExt cx="3357000" cy="724320"/>
          </a:xfrm>
        </p:grpSpPr>
        <p:sp>
          <p:nvSpPr>
            <p:cNvPr id="70" name="Freeform 5"/>
            <p:cNvSpPr/>
            <p:nvPr/>
          </p:nvSpPr>
          <p:spPr>
            <a:xfrm>
              <a:off x="9372240" y="1901160"/>
              <a:ext cx="3357000" cy="579600"/>
            </a:xfrm>
            <a:custGeom>
              <a:avLst/>
              <a:gdLst>
                <a:gd name="textAreaLeft" fmla="*/ 0 w 3357000"/>
                <a:gd name="textAreaRight" fmla="*/ 3357360 w 3357000"/>
                <a:gd name="textAreaTop" fmla="*/ 0 h 579600"/>
                <a:gd name="textAreaBottom" fmla="*/ 579960 h 579600"/>
              </a:gdLst>
              <a:ahLst/>
              <a:rect l="textAreaLeft" t="textAreaTop" r="textAreaRight" b="textAreaBottom"/>
              <a:pathLst>
                <a:path w="884222" h="152741">
                  <a:moveTo>
                    <a:pt x="0" y="0"/>
                  </a:moveTo>
                  <a:lnTo>
                    <a:pt x="884222" y="0"/>
                  </a:lnTo>
                  <a:lnTo>
                    <a:pt x="884222" y="152741"/>
                  </a:lnTo>
                  <a:lnTo>
                    <a:pt x="0" y="152741"/>
                  </a:lnTo>
                  <a:close/>
                </a:path>
              </a:pathLst>
            </a:custGeom>
            <a:solidFill>
              <a:srgbClr val="f165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" name="TextBox 6"/>
            <p:cNvSpPr/>
            <p:nvPr/>
          </p:nvSpPr>
          <p:spPr>
            <a:xfrm>
              <a:off x="9372240" y="1756440"/>
              <a:ext cx="3357000" cy="72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2" name="TextBox 7"/>
          <p:cNvSpPr/>
          <p:nvPr/>
        </p:nvSpPr>
        <p:spPr>
          <a:xfrm>
            <a:off x="5442120" y="1845000"/>
            <a:ext cx="7153560" cy="12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759"/>
              </a:lnSpc>
            </a:pPr>
            <a:r>
              <a:rPr b="1" lang="en-US" sz="3400" spc="463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EMPOWERMENT TECHNOLOGY</a:t>
            </a:r>
            <a:endParaRPr b="0" lang="en-PH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4569120" y="1713600"/>
            <a:ext cx="741600" cy="12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958"/>
              </a:lnSpc>
            </a:pPr>
            <a:r>
              <a:rPr b="1" lang="en-US" sz="3540" spc="-1" strike="noStrike">
                <a:solidFill>
                  <a:srgbClr val="ffffff"/>
                </a:solidFill>
                <a:latin typeface="Consolas Bold"/>
                <a:ea typeface="Consolas Bold"/>
              </a:rPr>
              <a:t>&lt;p&gt;</a:t>
            </a:r>
            <a:endParaRPr b="0" lang="en-PH" sz="3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9"/>
          <p:cNvSpPr/>
          <p:nvPr/>
        </p:nvSpPr>
        <p:spPr>
          <a:xfrm>
            <a:off x="12729600" y="1777320"/>
            <a:ext cx="98892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958"/>
              </a:lnSpc>
            </a:pPr>
            <a:r>
              <a:rPr b="1" lang="en-US" sz="3540" spc="-1" strike="noStrike">
                <a:solidFill>
                  <a:srgbClr val="ffffff"/>
                </a:solidFill>
                <a:latin typeface="Consolas Bold"/>
                <a:ea typeface="Consolas Bold"/>
              </a:rPr>
              <a:t>&lt;/p&gt;</a:t>
            </a:r>
            <a:endParaRPr b="0" lang="en-PH" sz="3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6970320" y="8117640"/>
            <a:ext cx="434736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963"/>
              </a:lnSpc>
            </a:pPr>
            <a:r>
              <a:rPr b="0" lang="en-US" sz="2830" spc="-1" strike="noStrike">
                <a:solidFill>
                  <a:srgbClr val="ffffff"/>
                </a:solidFill>
                <a:latin typeface="Consolas"/>
                <a:ea typeface="Consolas"/>
              </a:rPr>
              <a:t>&lt;p&gt; albert canlas &lt;/p&gt;</a:t>
            </a:r>
            <a:endParaRPr b="0" lang="en-PH" sz="28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2"/>
          <p:cNvGrpSpPr/>
          <p:nvPr/>
        </p:nvGrpSpPr>
        <p:grpSpPr>
          <a:xfrm>
            <a:off x="3815640" y="1584720"/>
            <a:ext cx="3306960" cy="999720"/>
            <a:chOff x="3815640" y="1584720"/>
            <a:chExt cx="3306960" cy="999720"/>
          </a:xfrm>
        </p:grpSpPr>
        <p:sp>
          <p:nvSpPr>
            <p:cNvPr id="77" name="Freeform 3"/>
            <p:cNvSpPr/>
            <p:nvPr/>
          </p:nvSpPr>
          <p:spPr>
            <a:xfrm>
              <a:off x="3815640" y="1729440"/>
              <a:ext cx="3306960" cy="855000"/>
            </a:xfrm>
            <a:custGeom>
              <a:avLst/>
              <a:gdLst>
                <a:gd name="textAreaLeft" fmla="*/ 0 w 3306960"/>
                <a:gd name="textAreaRight" fmla="*/ 3307320 w 330696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871063" h="225313">
                  <a:moveTo>
                    <a:pt x="0" y="0"/>
                  </a:moveTo>
                  <a:lnTo>
                    <a:pt x="871063" y="0"/>
                  </a:lnTo>
                  <a:lnTo>
                    <a:pt x="871063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" name="TextBox 4"/>
            <p:cNvSpPr/>
            <p:nvPr/>
          </p:nvSpPr>
          <p:spPr>
            <a:xfrm>
              <a:off x="3815640" y="1584720"/>
              <a:ext cx="330696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9" name="Group 5"/>
          <p:cNvGrpSpPr/>
          <p:nvPr/>
        </p:nvGrpSpPr>
        <p:grpSpPr>
          <a:xfrm>
            <a:off x="2196000" y="4152240"/>
            <a:ext cx="957240" cy="678960"/>
            <a:chOff x="2196000" y="4152240"/>
            <a:chExt cx="957240" cy="678960"/>
          </a:xfrm>
        </p:grpSpPr>
        <p:sp>
          <p:nvSpPr>
            <p:cNvPr id="80" name="Freeform 6"/>
            <p:cNvSpPr/>
            <p:nvPr/>
          </p:nvSpPr>
          <p:spPr>
            <a:xfrm>
              <a:off x="2196000" y="4296600"/>
              <a:ext cx="957240" cy="534240"/>
            </a:xfrm>
            <a:custGeom>
              <a:avLst/>
              <a:gdLst>
                <a:gd name="textAreaLeft" fmla="*/ 0 w 957240"/>
                <a:gd name="textAreaRight" fmla="*/ 957600 w 95724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252232" h="140842">
                  <a:moveTo>
                    <a:pt x="0" y="0"/>
                  </a:moveTo>
                  <a:lnTo>
                    <a:pt x="252232" y="0"/>
                  </a:lnTo>
                  <a:lnTo>
                    <a:pt x="252232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" name="TextBox 7"/>
            <p:cNvSpPr/>
            <p:nvPr/>
          </p:nvSpPr>
          <p:spPr>
            <a:xfrm>
              <a:off x="2196000" y="4152240"/>
              <a:ext cx="95724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2" name="Group 8"/>
          <p:cNvGrpSpPr/>
          <p:nvPr/>
        </p:nvGrpSpPr>
        <p:grpSpPr>
          <a:xfrm>
            <a:off x="11336760" y="4152240"/>
            <a:ext cx="975240" cy="678960"/>
            <a:chOff x="11336760" y="4152240"/>
            <a:chExt cx="975240" cy="678960"/>
          </a:xfrm>
        </p:grpSpPr>
        <p:sp>
          <p:nvSpPr>
            <p:cNvPr id="83" name="Freeform 9"/>
            <p:cNvSpPr/>
            <p:nvPr/>
          </p:nvSpPr>
          <p:spPr>
            <a:xfrm>
              <a:off x="11336760" y="4296600"/>
              <a:ext cx="975240" cy="534240"/>
            </a:xfrm>
            <a:custGeom>
              <a:avLst/>
              <a:gdLst>
                <a:gd name="textAreaLeft" fmla="*/ 0 w 975240"/>
                <a:gd name="textAreaRight" fmla="*/ 975600 w 97524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256902" h="140842">
                  <a:moveTo>
                    <a:pt x="0" y="0"/>
                  </a:moveTo>
                  <a:lnTo>
                    <a:pt x="256902" y="0"/>
                  </a:lnTo>
                  <a:lnTo>
                    <a:pt x="256902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" name="TextBox 10"/>
            <p:cNvSpPr/>
            <p:nvPr/>
          </p:nvSpPr>
          <p:spPr>
            <a:xfrm>
              <a:off x="11336760" y="4152240"/>
              <a:ext cx="97524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5" name="Group 11"/>
          <p:cNvGrpSpPr/>
          <p:nvPr/>
        </p:nvGrpSpPr>
        <p:grpSpPr>
          <a:xfrm>
            <a:off x="11745000" y="3040200"/>
            <a:ext cx="1058040" cy="667800"/>
            <a:chOff x="11745000" y="3040200"/>
            <a:chExt cx="1058040" cy="667800"/>
          </a:xfrm>
        </p:grpSpPr>
        <p:sp>
          <p:nvSpPr>
            <p:cNvPr id="86" name="Freeform 12"/>
            <p:cNvSpPr/>
            <p:nvPr/>
          </p:nvSpPr>
          <p:spPr>
            <a:xfrm>
              <a:off x="11745000" y="3184920"/>
              <a:ext cx="1058040" cy="523080"/>
            </a:xfrm>
            <a:custGeom>
              <a:avLst/>
              <a:gdLst>
                <a:gd name="textAreaLeft" fmla="*/ 0 w 1058040"/>
                <a:gd name="textAreaRight" fmla="*/ 1058400 w 105804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78761" h="137899">
                  <a:moveTo>
                    <a:pt x="0" y="0"/>
                  </a:moveTo>
                  <a:lnTo>
                    <a:pt x="278761" y="0"/>
                  </a:lnTo>
                  <a:lnTo>
                    <a:pt x="278761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" name="TextBox 13"/>
            <p:cNvSpPr/>
            <p:nvPr/>
          </p:nvSpPr>
          <p:spPr>
            <a:xfrm>
              <a:off x="11745000" y="3040200"/>
              <a:ext cx="105804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8" name="Group 14"/>
          <p:cNvGrpSpPr/>
          <p:nvPr/>
        </p:nvGrpSpPr>
        <p:grpSpPr>
          <a:xfrm>
            <a:off x="9957600" y="3040200"/>
            <a:ext cx="1058040" cy="667800"/>
            <a:chOff x="9957600" y="3040200"/>
            <a:chExt cx="1058040" cy="667800"/>
          </a:xfrm>
        </p:grpSpPr>
        <p:sp>
          <p:nvSpPr>
            <p:cNvPr id="89" name="Freeform 15"/>
            <p:cNvSpPr/>
            <p:nvPr/>
          </p:nvSpPr>
          <p:spPr>
            <a:xfrm>
              <a:off x="9957600" y="3184920"/>
              <a:ext cx="1058040" cy="523080"/>
            </a:xfrm>
            <a:custGeom>
              <a:avLst/>
              <a:gdLst>
                <a:gd name="textAreaLeft" fmla="*/ 0 w 1058040"/>
                <a:gd name="textAreaRight" fmla="*/ 1058400 w 105804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78761" h="137899">
                  <a:moveTo>
                    <a:pt x="0" y="0"/>
                  </a:moveTo>
                  <a:lnTo>
                    <a:pt x="278761" y="0"/>
                  </a:lnTo>
                  <a:lnTo>
                    <a:pt x="278761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" name="TextBox 16"/>
            <p:cNvSpPr/>
            <p:nvPr/>
          </p:nvSpPr>
          <p:spPr>
            <a:xfrm>
              <a:off x="9957600" y="3040200"/>
              <a:ext cx="105804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1" name="TextBox 17"/>
          <p:cNvSpPr/>
          <p:nvPr/>
        </p:nvSpPr>
        <p:spPr>
          <a:xfrm>
            <a:off x="2233080" y="3061080"/>
            <a:ext cx="14435280" cy="22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HTML headings are defined with the &lt;h1&gt; to &lt;h6&gt; tags.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&lt;h1&gt; defines the most important heading. &lt;h6&gt; defines the least important heading: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2" name="Group 18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93" name="Freeform 19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TextBox 20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5" name="Group 21"/>
          <p:cNvGrpSpPr/>
          <p:nvPr/>
        </p:nvGrpSpPr>
        <p:grpSpPr>
          <a:xfrm>
            <a:off x="1740600" y="4425120"/>
            <a:ext cx="277920" cy="277920"/>
            <a:chOff x="1740600" y="4425120"/>
            <a:chExt cx="277920" cy="277920"/>
          </a:xfrm>
        </p:grpSpPr>
        <p:sp>
          <p:nvSpPr>
            <p:cNvPr id="96" name="Freeform 22"/>
            <p:cNvSpPr/>
            <p:nvPr/>
          </p:nvSpPr>
          <p:spPr>
            <a:xfrm>
              <a:off x="1740600" y="44251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" name="TextBox 23"/>
            <p:cNvSpPr/>
            <p:nvPr/>
          </p:nvSpPr>
          <p:spPr>
            <a:xfrm>
              <a:off x="1766520" y="44380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8" name="Group 24"/>
          <p:cNvGrpSpPr/>
          <p:nvPr/>
        </p:nvGrpSpPr>
        <p:grpSpPr>
          <a:xfrm>
            <a:off x="1740600" y="5916960"/>
            <a:ext cx="277920" cy="277920"/>
            <a:chOff x="1740600" y="5916960"/>
            <a:chExt cx="277920" cy="277920"/>
          </a:xfrm>
        </p:grpSpPr>
        <p:sp>
          <p:nvSpPr>
            <p:cNvPr id="99" name="Freeform 25"/>
            <p:cNvSpPr/>
            <p:nvPr/>
          </p:nvSpPr>
          <p:spPr>
            <a:xfrm>
              <a:off x="1740600" y="591696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0" name="TextBox 26"/>
            <p:cNvSpPr/>
            <p:nvPr/>
          </p:nvSpPr>
          <p:spPr>
            <a:xfrm>
              <a:off x="1766520" y="592992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1" name="Freeform 27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2" name="Group 28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103" name="Freeform 29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4" name="TextBox 30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5" name="Freeform 31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6" name="Group 32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107" name="Freeform 33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8" name="TextBox 34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9" name="Freeform 35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Freeform 36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Freeform 37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Freeform 38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Freeform 39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4" name="Group 40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115" name="Freeform 41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" name="TextBox 42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17" name="Freeform 43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Freeform 44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9" name="Group 45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120" name="Freeform 46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1" name="TextBox 47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22" name="TextBox 48"/>
          <p:cNvSpPr/>
          <p:nvPr/>
        </p:nvSpPr>
        <p:spPr>
          <a:xfrm>
            <a:off x="1917360" y="1748520"/>
            <a:ext cx="512748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HEADINGS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Box 49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Box 50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51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Box 52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Box 53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Box 54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Box 55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Box 56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AutoShape 57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Box 58"/>
          <p:cNvSpPr/>
          <p:nvPr/>
        </p:nvSpPr>
        <p:spPr>
          <a:xfrm>
            <a:off x="2196000" y="5690520"/>
            <a:ext cx="2921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33" name="Group 59"/>
          <p:cNvGrpSpPr/>
          <p:nvPr/>
        </p:nvGrpSpPr>
        <p:grpSpPr>
          <a:xfrm>
            <a:off x="2196000" y="6412680"/>
            <a:ext cx="837000" cy="556560"/>
            <a:chOff x="2196000" y="6412680"/>
            <a:chExt cx="837000" cy="556560"/>
          </a:xfrm>
        </p:grpSpPr>
        <p:sp>
          <p:nvSpPr>
            <p:cNvPr id="134" name="Freeform 60"/>
            <p:cNvSpPr/>
            <p:nvPr/>
          </p:nvSpPr>
          <p:spPr>
            <a:xfrm>
              <a:off x="2196000" y="6557400"/>
              <a:ext cx="837000" cy="411840"/>
            </a:xfrm>
            <a:custGeom>
              <a:avLst/>
              <a:gdLst>
                <a:gd name="textAreaLeft" fmla="*/ 0 w 837000"/>
                <a:gd name="textAreaRight" fmla="*/ 837360 w 837000"/>
                <a:gd name="textAreaTop" fmla="*/ 0 h 411840"/>
                <a:gd name="textAreaBottom" fmla="*/ 412200 h 411840"/>
              </a:gdLst>
              <a:ahLst/>
              <a:rect l="textAreaLeft" t="textAreaTop" r="textAreaRight" b="textAreaBottom"/>
              <a:pathLst>
                <a:path w="220500" h="108516">
                  <a:moveTo>
                    <a:pt x="0" y="0"/>
                  </a:moveTo>
                  <a:lnTo>
                    <a:pt x="220500" y="0"/>
                  </a:lnTo>
                  <a:lnTo>
                    <a:pt x="22050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" name="TextBox 61"/>
            <p:cNvSpPr/>
            <p:nvPr/>
          </p:nvSpPr>
          <p:spPr>
            <a:xfrm>
              <a:off x="2196000" y="6412680"/>
              <a:ext cx="837000" cy="55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6" name="Group 62"/>
          <p:cNvGrpSpPr/>
          <p:nvPr/>
        </p:nvGrpSpPr>
        <p:grpSpPr>
          <a:xfrm>
            <a:off x="2196000" y="6929640"/>
            <a:ext cx="837000" cy="556560"/>
            <a:chOff x="2196000" y="6929640"/>
            <a:chExt cx="837000" cy="556560"/>
          </a:xfrm>
        </p:grpSpPr>
        <p:sp>
          <p:nvSpPr>
            <p:cNvPr id="137" name="Freeform 63"/>
            <p:cNvSpPr/>
            <p:nvPr/>
          </p:nvSpPr>
          <p:spPr>
            <a:xfrm>
              <a:off x="2196000" y="7074360"/>
              <a:ext cx="837000" cy="411840"/>
            </a:xfrm>
            <a:custGeom>
              <a:avLst/>
              <a:gdLst>
                <a:gd name="textAreaLeft" fmla="*/ 0 w 837000"/>
                <a:gd name="textAreaRight" fmla="*/ 837360 w 837000"/>
                <a:gd name="textAreaTop" fmla="*/ 0 h 411840"/>
                <a:gd name="textAreaBottom" fmla="*/ 412200 h 411840"/>
              </a:gdLst>
              <a:ahLst/>
              <a:rect l="textAreaLeft" t="textAreaTop" r="textAreaRight" b="textAreaBottom"/>
              <a:pathLst>
                <a:path w="220500" h="108516">
                  <a:moveTo>
                    <a:pt x="0" y="0"/>
                  </a:moveTo>
                  <a:lnTo>
                    <a:pt x="220500" y="0"/>
                  </a:lnTo>
                  <a:lnTo>
                    <a:pt x="22050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" name="TextBox 64"/>
            <p:cNvSpPr/>
            <p:nvPr/>
          </p:nvSpPr>
          <p:spPr>
            <a:xfrm>
              <a:off x="2196000" y="6929640"/>
              <a:ext cx="837000" cy="55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9" name="Group 65"/>
          <p:cNvGrpSpPr/>
          <p:nvPr/>
        </p:nvGrpSpPr>
        <p:grpSpPr>
          <a:xfrm>
            <a:off x="2196000" y="7446600"/>
            <a:ext cx="837000" cy="556200"/>
            <a:chOff x="2196000" y="7446600"/>
            <a:chExt cx="837000" cy="556200"/>
          </a:xfrm>
        </p:grpSpPr>
        <p:sp>
          <p:nvSpPr>
            <p:cNvPr id="140" name="Freeform 66"/>
            <p:cNvSpPr/>
            <p:nvPr/>
          </p:nvSpPr>
          <p:spPr>
            <a:xfrm>
              <a:off x="2196000" y="7590960"/>
              <a:ext cx="837000" cy="411840"/>
            </a:xfrm>
            <a:custGeom>
              <a:avLst/>
              <a:gdLst>
                <a:gd name="textAreaLeft" fmla="*/ 0 w 837000"/>
                <a:gd name="textAreaRight" fmla="*/ 837360 w 837000"/>
                <a:gd name="textAreaTop" fmla="*/ 0 h 411840"/>
                <a:gd name="textAreaBottom" fmla="*/ 412200 h 411840"/>
              </a:gdLst>
              <a:ahLst/>
              <a:rect l="textAreaLeft" t="textAreaTop" r="textAreaRight" b="textAreaBottom"/>
              <a:pathLst>
                <a:path w="220500" h="108516">
                  <a:moveTo>
                    <a:pt x="0" y="0"/>
                  </a:moveTo>
                  <a:lnTo>
                    <a:pt x="220500" y="0"/>
                  </a:lnTo>
                  <a:lnTo>
                    <a:pt x="22050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" name="TextBox 67"/>
            <p:cNvSpPr/>
            <p:nvPr/>
          </p:nvSpPr>
          <p:spPr>
            <a:xfrm>
              <a:off x="2196000" y="7446600"/>
              <a:ext cx="837000" cy="55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2" name="Group 68"/>
          <p:cNvGrpSpPr/>
          <p:nvPr/>
        </p:nvGrpSpPr>
        <p:grpSpPr>
          <a:xfrm>
            <a:off x="2196000" y="7963200"/>
            <a:ext cx="837000" cy="556560"/>
            <a:chOff x="2196000" y="7963200"/>
            <a:chExt cx="837000" cy="556560"/>
          </a:xfrm>
        </p:grpSpPr>
        <p:sp>
          <p:nvSpPr>
            <p:cNvPr id="143" name="Freeform 69"/>
            <p:cNvSpPr/>
            <p:nvPr/>
          </p:nvSpPr>
          <p:spPr>
            <a:xfrm>
              <a:off x="2196000" y="8107920"/>
              <a:ext cx="837000" cy="411840"/>
            </a:xfrm>
            <a:custGeom>
              <a:avLst/>
              <a:gdLst>
                <a:gd name="textAreaLeft" fmla="*/ 0 w 837000"/>
                <a:gd name="textAreaRight" fmla="*/ 837360 w 837000"/>
                <a:gd name="textAreaTop" fmla="*/ 0 h 411840"/>
                <a:gd name="textAreaBottom" fmla="*/ 412200 h 411840"/>
              </a:gdLst>
              <a:ahLst/>
              <a:rect l="textAreaLeft" t="textAreaTop" r="textAreaRight" b="textAreaBottom"/>
              <a:pathLst>
                <a:path w="220500" h="108516">
                  <a:moveTo>
                    <a:pt x="0" y="0"/>
                  </a:moveTo>
                  <a:lnTo>
                    <a:pt x="220500" y="0"/>
                  </a:lnTo>
                  <a:lnTo>
                    <a:pt x="22050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4" name="TextBox 70"/>
            <p:cNvSpPr/>
            <p:nvPr/>
          </p:nvSpPr>
          <p:spPr>
            <a:xfrm>
              <a:off x="2196000" y="7963200"/>
              <a:ext cx="837000" cy="55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5" name="Group 71"/>
          <p:cNvGrpSpPr/>
          <p:nvPr/>
        </p:nvGrpSpPr>
        <p:grpSpPr>
          <a:xfrm>
            <a:off x="2196000" y="8480160"/>
            <a:ext cx="837000" cy="556560"/>
            <a:chOff x="2196000" y="8480160"/>
            <a:chExt cx="837000" cy="556560"/>
          </a:xfrm>
        </p:grpSpPr>
        <p:sp>
          <p:nvSpPr>
            <p:cNvPr id="146" name="Freeform 72"/>
            <p:cNvSpPr/>
            <p:nvPr/>
          </p:nvSpPr>
          <p:spPr>
            <a:xfrm>
              <a:off x="2196000" y="8624880"/>
              <a:ext cx="837000" cy="411840"/>
            </a:xfrm>
            <a:custGeom>
              <a:avLst/>
              <a:gdLst>
                <a:gd name="textAreaLeft" fmla="*/ 0 w 837000"/>
                <a:gd name="textAreaRight" fmla="*/ 837360 w 837000"/>
                <a:gd name="textAreaTop" fmla="*/ 0 h 411840"/>
                <a:gd name="textAreaBottom" fmla="*/ 412200 h 411840"/>
              </a:gdLst>
              <a:ahLst/>
              <a:rect l="textAreaLeft" t="textAreaTop" r="textAreaRight" b="textAreaBottom"/>
              <a:pathLst>
                <a:path w="220500" h="108516">
                  <a:moveTo>
                    <a:pt x="0" y="0"/>
                  </a:moveTo>
                  <a:lnTo>
                    <a:pt x="220500" y="0"/>
                  </a:lnTo>
                  <a:lnTo>
                    <a:pt x="22050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" name="TextBox 73"/>
            <p:cNvSpPr/>
            <p:nvPr/>
          </p:nvSpPr>
          <p:spPr>
            <a:xfrm>
              <a:off x="2196000" y="8480160"/>
              <a:ext cx="837000" cy="55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8" name="Group 74"/>
          <p:cNvGrpSpPr/>
          <p:nvPr/>
        </p:nvGrpSpPr>
        <p:grpSpPr>
          <a:xfrm>
            <a:off x="2196000" y="8996760"/>
            <a:ext cx="837000" cy="556560"/>
            <a:chOff x="2196000" y="8996760"/>
            <a:chExt cx="837000" cy="556560"/>
          </a:xfrm>
        </p:grpSpPr>
        <p:sp>
          <p:nvSpPr>
            <p:cNvPr id="149" name="Freeform 75"/>
            <p:cNvSpPr/>
            <p:nvPr/>
          </p:nvSpPr>
          <p:spPr>
            <a:xfrm>
              <a:off x="2196000" y="9141480"/>
              <a:ext cx="837000" cy="411840"/>
            </a:xfrm>
            <a:custGeom>
              <a:avLst/>
              <a:gdLst>
                <a:gd name="textAreaLeft" fmla="*/ 0 w 837000"/>
                <a:gd name="textAreaRight" fmla="*/ 837360 w 837000"/>
                <a:gd name="textAreaTop" fmla="*/ 0 h 411840"/>
                <a:gd name="textAreaBottom" fmla="*/ 412200 h 411840"/>
              </a:gdLst>
              <a:ahLst/>
              <a:rect l="textAreaLeft" t="textAreaTop" r="textAreaRight" b="textAreaBottom"/>
              <a:pathLst>
                <a:path w="220500" h="108516">
                  <a:moveTo>
                    <a:pt x="0" y="0"/>
                  </a:moveTo>
                  <a:lnTo>
                    <a:pt x="220500" y="0"/>
                  </a:lnTo>
                  <a:lnTo>
                    <a:pt x="22050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" name="TextBox 76"/>
            <p:cNvSpPr/>
            <p:nvPr/>
          </p:nvSpPr>
          <p:spPr>
            <a:xfrm>
              <a:off x="2196000" y="8996760"/>
              <a:ext cx="837000" cy="55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1" name="Group 77"/>
          <p:cNvGrpSpPr/>
          <p:nvPr/>
        </p:nvGrpSpPr>
        <p:grpSpPr>
          <a:xfrm>
            <a:off x="6525720" y="6412680"/>
            <a:ext cx="1115280" cy="556560"/>
            <a:chOff x="6525720" y="6412680"/>
            <a:chExt cx="1115280" cy="556560"/>
          </a:xfrm>
        </p:grpSpPr>
        <p:sp>
          <p:nvSpPr>
            <p:cNvPr id="152" name="Freeform 78"/>
            <p:cNvSpPr/>
            <p:nvPr/>
          </p:nvSpPr>
          <p:spPr>
            <a:xfrm>
              <a:off x="6525720" y="6557400"/>
              <a:ext cx="1115280" cy="411840"/>
            </a:xfrm>
            <a:custGeom>
              <a:avLst/>
              <a:gdLst>
                <a:gd name="textAreaLeft" fmla="*/ 0 w 1115280"/>
                <a:gd name="textAreaRight" fmla="*/ 1115640 w 1115280"/>
                <a:gd name="textAreaTop" fmla="*/ 0 h 411840"/>
                <a:gd name="textAreaBottom" fmla="*/ 412200 h 411840"/>
              </a:gdLst>
              <a:ahLst/>
              <a:rect l="textAreaLeft" t="textAreaTop" r="textAreaRight" b="textAreaBottom"/>
              <a:pathLst>
                <a:path w="293830" h="108516">
                  <a:moveTo>
                    <a:pt x="0" y="0"/>
                  </a:moveTo>
                  <a:lnTo>
                    <a:pt x="293830" y="0"/>
                  </a:lnTo>
                  <a:lnTo>
                    <a:pt x="29383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" name="TextBox 79"/>
            <p:cNvSpPr/>
            <p:nvPr/>
          </p:nvSpPr>
          <p:spPr>
            <a:xfrm>
              <a:off x="6525720" y="6412680"/>
              <a:ext cx="1115280" cy="55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4" name="Group 80"/>
          <p:cNvGrpSpPr/>
          <p:nvPr/>
        </p:nvGrpSpPr>
        <p:grpSpPr>
          <a:xfrm>
            <a:off x="6525720" y="6929640"/>
            <a:ext cx="1115280" cy="556560"/>
            <a:chOff x="6525720" y="6929640"/>
            <a:chExt cx="1115280" cy="556560"/>
          </a:xfrm>
        </p:grpSpPr>
        <p:sp>
          <p:nvSpPr>
            <p:cNvPr id="155" name="Freeform 81"/>
            <p:cNvSpPr/>
            <p:nvPr/>
          </p:nvSpPr>
          <p:spPr>
            <a:xfrm>
              <a:off x="6525720" y="7074360"/>
              <a:ext cx="1115280" cy="411840"/>
            </a:xfrm>
            <a:custGeom>
              <a:avLst/>
              <a:gdLst>
                <a:gd name="textAreaLeft" fmla="*/ 0 w 1115280"/>
                <a:gd name="textAreaRight" fmla="*/ 1115640 w 1115280"/>
                <a:gd name="textAreaTop" fmla="*/ 0 h 411840"/>
                <a:gd name="textAreaBottom" fmla="*/ 412200 h 411840"/>
              </a:gdLst>
              <a:ahLst/>
              <a:rect l="textAreaLeft" t="textAreaTop" r="textAreaRight" b="textAreaBottom"/>
              <a:pathLst>
                <a:path w="293830" h="108516">
                  <a:moveTo>
                    <a:pt x="0" y="0"/>
                  </a:moveTo>
                  <a:lnTo>
                    <a:pt x="293830" y="0"/>
                  </a:lnTo>
                  <a:lnTo>
                    <a:pt x="29383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" name="TextBox 82"/>
            <p:cNvSpPr/>
            <p:nvPr/>
          </p:nvSpPr>
          <p:spPr>
            <a:xfrm>
              <a:off x="6525720" y="6929640"/>
              <a:ext cx="1115280" cy="55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7" name="Group 83"/>
          <p:cNvGrpSpPr/>
          <p:nvPr/>
        </p:nvGrpSpPr>
        <p:grpSpPr>
          <a:xfrm>
            <a:off x="6525720" y="7450560"/>
            <a:ext cx="1115280" cy="556560"/>
            <a:chOff x="6525720" y="7450560"/>
            <a:chExt cx="1115280" cy="556560"/>
          </a:xfrm>
        </p:grpSpPr>
        <p:sp>
          <p:nvSpPr>
            <p:cNvPr id="158" name="Freeform 84"/>
            <p:cNvSpPr/>
            <p:nvPr/>
          </p:nvSpPr>
          <p:spPr>
            <a:xfrm>
              <a:off x="6525720" y="7595280"/>
              <a:ext cx="1115280" cy="411840"/>
            </a:xfrm>
            <a:custGeom>
              <a:avLst/>
              <a:gdLst>
                <a:gd name="textAreaLeft" fmla="*/ 0 w 1115280"/>
                <a:gd name="textAreaRight" fmla="*/ 1115640 w 1115280"/>
                <a:gd name="textAreaTop" fmla="*/ 0 h 411840"/>
                <a:gd name="textAreaBottom" fmla="*/ 412200 h 411840"/>
              </a:gdLst>
              <a:ahLst/>
              <a:rect l="textAreaLeft" t="textAreaTop" r="textAreaRight" b="textAreaBottom"/>
              <a:pathLst>
                <a:path w="293830" h="108516">
                  <a:moveTo>
                    <a:pt x="0" y="0"/>
                  </a:moveTo>
                  <a:lnTo>
                    <a:pt x="293830" y="0"/>
                  </a:lnTo>
                  <a:lnTo>
                    <a:pt x="29383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" name="TextBox 85"/>
            <p:cNvSpPr/>
            <p:nvPr/>
          </p:nvSpPr>
          <p:spPr>
            <a:xfrm>
              <a:off x="6525720" y="7450560"/>
              <a:ext cx="1115280" cy="55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0" name="Group 86"/>
          <p:cNvGrpSpPr/>
          <p:nvPr/>
        </p:nvGrpSpPr>
        <p:grpSpPr>
          <a:xfrm>
            <a:off x="6525720" y="7967520"/>
            <a:ext cx="1115280" cy="556200"/>
            <a:chOff x="6525720" y="7967520"/>
            <a:chExt cx="1115280" cy="556200"/>
          </a:xfrm>
        </p:grpSpPr>
        <p:sp>
          <p:nvSpPr>
            <p:cNvPr id="161" name="Freeform 87"/>
            <p:cNvSpPr/>
            <p:nvPr/>
          </p:nvSpPr>
          <p:spPr>
            <a:xfrm>
              <a:off x="6525720" y="8111880"/>
              <a:ext cx="1115280" cy="411840"/>
            </a:xfrm>
            <a:custGeom>
              <a:avLst/>
              <a:gdLst>
                <a:gd name="textAreaLeft" fmla="*/ 0 w 1115280"/>
                <a:gd name="textAreaRight" fmla="*/ 1115640 w 1115280"/>
                <a:gd name="textAreaTop" fmla="*/ 0 h 411840"/>
                <a:gd name="textAreaBottom" fmla="*/ 412200 h 411840"/>
              </a:gdLst>
              <a:ahLst/>
              <a:rect l="textAreaLeft" t="textAreaTop" r="textAreaRight" b="textAreaBottom"/>
              <a:pathLst>
                <a:path w="293830" h="108516">
                  <a:moveTo>
                    <a:pt x="0" y="0"/>
                  </a:moveTo>
                  <a:lnTo>
                    <a:pt x="293830" y="0"/>
                  </a:lnTo>
                  <a:lnTo>
                    <a:pt x="29383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" name="TextBox 88"/>
            <p:cNvSpPr/>
            <p:nvPr/>
          </p:nvSpPr>
          <p:spPr>
            <a:xfrm>
              <a:off x="6525720" y="7967520"/>
              <a:ext cx="1115280" cy="55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3" name="Group 89"/>
          <p:cNvGrpSpPr/>
          <p:nvPr/>
        </p:nvGrpSpPr>
        <p:grpSpPr>
          <a:xfrm>
            <a:off x="6525720" y="8488440"/>
            <a:ext cx="1115280" cy="556200"/>
            <a:chOff x="6525720" y="8488440"/>
            <a:chExt cx="1115280" cy="556200"/>
          </a:xfrm>
        </p:grpSpPr>
        <p:sp>
          <p:nvSpPr>
            <p:cNvPr id="164" name="Freeform 90"/>
            <p:cNvSpPr/>
            <p:nvPr/>
          </p:nvSpPr>
          <p:spPr>
            <a:xfrm>
              <a:off x="6525720" y="8632800"/>
              <a:ext cx="1115280" cy="411840"/>
            </a:xfrm>
            <a:custGeom>
              <a:avLst/>
              <a:gdLst>
                <a:gd name="textAreaLeft" fmla="*/ 0 w 1115280"/>
                <a:gd name="textAreaRight" fmla="*/ 1115640 w 1115280"/>
                <a:gd name="textAreaTop" fmla="*/ 0 h 411840"/>
                <a:gd name="textAreaBottom" fmla="*/ 412200 h 411840"/>
              </a:gdLst>
              <a:ahLst/>
              <a:rect l="textAreaLeft" t="textAreaTop" r="textAreaRight" b="textAreaBottom"/>
              <a:pathLst>
                <a:path w="293830" h="108516">
                  <a:moveTo>
                    <a:pt x="0" y="0"/>
                  </a:moveTo>
                  <a:lnTo>
                    <a:pt x="293830" y="0"/>
                  </a:lnTo>
                  <a:lnTo>
                    <a:pt x="29383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" name="TextBox 91"/>
            <p:cNvSpPr/>
            <p:nvPr/>
          </p:nvSpPr>
          <p:spPr>
            <a:xfrm>
              <a:off x="6525720" y="8488440"/>
              <a:ext cx="1115280" cy="55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6" name="Group 92"/>
          <p:cNvGrpSpPr/>
          <p:nvPr/>
        </p:nvGrpSpPr>
        <p:grpSpPr>
          <a:xfrm>
            <a:off x="6525720" y="9005040"/>
            <a:ext cx="1115280" cy="556560"/>
            <a:chOff x="6525720" y="9005040"/>
            <a:chExt cx="1115280" cy="556560"/>
          </a:xfrm>
        </p:grpSpPr>
        <p:sp>
          <p:nvSpPr>
            <p:cNvPr id="167" name="Freeform 93"/>
            <p:cNvSpPr/>
            <p:nvPr/>
          </p:nvSpPr>
          <p:spPr>
            <a:xfrm>
              <a:off x="6525720" y="9149760"/>
              <a:ext cx="1115280" cy="411840"/>
            </a:xfrm>
            <a:custGeom>
              <a:avLst/>
              <a:gdLst>
                <a:gd name="textAreaLeft" fmla="*/ 0 w 1115280"/>
                <a:gd name="textAreaRight" fmla="*/ 1115640 w 1115280"/>
                <a:gd name="textAreaTop" fmla="*/ 0 h 411840"/>
                <a:gd name="textAreaBottom" fmla="*/ 412200 h 411840"/>
              </a:gdLst>
              <a:ahLst/>
              <a:rect l="textAreaLeft" t="textAreaTop" r="textAreaRight" b="textAreaBottom"/>
              <a:pathLst>
                <a:path w="293830" h="108516">
                  <a:moveTo>
                    <a:pt x="0" y="0"/>
                  </a:moveTo>
                  <a:lnTo>
                    <a:pt x="293830" y="0"/>
                  </a:lnTo>
                  <a:lnTo>
                    <a:pt x="293830" y="108516"/>
                  </a:lnTo>
                  <a:lnTo>
                    <a:pt x="0" y="10851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" name="TextBox 94"/>
            <p:cNvSpPr/>
            <p:nvPr/>
          </p:nvSpPr>
          <p:spPr>
            <a:xfrm>
              <a:off x="6525720" y="9005040"/>
              <a:ext cx="1115280" cy="55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69" name="TextBox 95"/>
          <p:cNvSpPr/>
          <p:nvPr/>
        </p:nvSpPr>
        <p:spPr>
          <a:xfrm>
            <a:off x="2233080" y="6411960"/>
            <a:ext cx="5389200" cy="62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82"/>
              </a:lnSpc>
            </a:pPr>
            <a:r>
              <a:rPr b="0" lang="en-US" sz="2910" spc="-1" strike="noStrike">
                <a:solidFill>
                  <a:srgbClr val="ffffff"/>
                </a:solidFill>
                <a:latin typeface="Consolas"/>
                <a:ea typeface="Consolas"/>
              </a:rPr>
              <a:t>&lt;h1&gt;This is heading 1&lt;/h1&gt;</a:t>
            </a:r>
            <a:endParaRPr b="0" lang="en-PH" sz="291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082"/>
              </a:lnSpc>
            </a:pPr>
            <a:r>
              <a:rPr b="0" lang="en-US" sz="2910" spc="-1" strike="noStrike">
                <a:solidFill>
                  <a:srgbClr val="ffffff"/>
                </a:solidFill>
                <a:latin typeface="Consolas"/>
                <a:ea typeface="Consolas"/>
              </a:rPr>
              <a:t>&lt;h2&gt;This is heading 2&lt;/h2&gt;</a:t>
            </a:r>
            <a:endParaRPr b="0" lang="en-PH" sz="291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082"/>
              </a:lnSpc>
            </a:pPr>
            <a:r>
              <a:rPr b="0" lang="en-US" sz="2910" spc="-1" strike="noStrike">
                <a:solidFill>
                  <a:srgbClr val="ffffff"/>
                </a:solidFill>
                <a:latin typeface="Consolas"/>
                <a:ea typeface="Consolas"/>
              </a:rPr>
              <a:t>&lt;h3&gt;This is heading 3&lt;/h3&gt;</a:t>
            </a:r>
            <a:endParaRPr b="0" lang="en-PH" sz="291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082"/>
              </a:lnSpc>
            </a:pPr>
            <a:r>
              <a:rPr b="0" lang="en-US" sz="2910" spc="-1" strike="noStrike">
                <a:solidFill>
                  <a:srgbClr val="ffffff"/>
                </a:solidFill>
                <a:latin typeface="Consolas"/>
                <a:ea typeface="Consolas"/>
              </a:rPr>
              <a:t>&lt;h4&gt;This is heading 4&lt;/h4&gt;</a:t>
            </a:r>
            <a:endParaRPr b="0" lang="en-PH" sz="291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082"/>
              </a:lnSpc>
            </a:pPr>
            <a:r>
              <a:rPr b="0" lang="en-US" sz="2910" spc="-1" strike="noStrike">
                <a:solidFill>
                  <a:srgbClr val="ffffff"/>
                </a:solidFill>
                <a:latin typeface="Consolas"/>
                <a:ea typeface="Consolas"/>
              </a:rPr>
              <a:t>&lt;h5&gt;This is heading 5&lt;/h5&gt;</a:t>
            </a:r>
            <a:endParaRPr b="0" lang="en-PH" sz="291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082"/>
              </a:lnSpc>
            </a:pPr>
            <a:r>
              <a:rPr b="0" lang="en-US" sz="2910" spc="-1" strike="noStrike">
                <a:solidFill>
                  <a:srgbClr val="ffffff"/>
                </a:solidFill>
                <a:latin typeface="Consolas"/>
                <a:ea typeface="Consolas"/>
              </a:rPr>
              <a:t>&lt;h6&gt;This is heading 6&lt;/h6&gt;</a:t>
            </a:r>
            <a:endParaRPr b="0" lang="en-PH" sz="291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70" name="Group 96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171" name="Freeform 97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" name="TextBox 98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3" name="Group 99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174" name="Freeform 100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" name="TextBox 101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6" name="Group 102"/>
          <p:cNvGrpSpPr/>
          <p:nvPr/>
        </p:nvGrpSpPr>
        <p:grpSpPr>
          <a:xfrm>
            <a:off x="838440" y="681840"/>
            <a:ext cx="1656360" cy="833400"/>
            <a:chOff x="838440" y="681840"/>
            <a:chExt cx="1656360" cy="833400"/>
          </a:xfrm>
        </p:grpSpPr>
        <p:grpSp>
          <p:nvGrpSpPr>
            <p:cNvPr id="177" name="Group 103"/>
            <p:cNvGrpSpPr/>
            <p:nvPr/>
          </p:nvGrpSpPr>
          <p:grpSpPr>
            <a:xfrm>
              <a:off x="838440" y="681840"/>
              <a:ext cx="1656360" cy="594720"/>
              <a:chOff x="838440" y="681840"/>
              <a:chExt cx="1656360" cy="594720"/>
            </a:xfrm>
          </p:grpSpPr>
          <p:sp>
            <p:nvSpPr>
              <p:cNvPr id="178" name="Freeform 104"/>
              <p:cNvSpPr/>
              <p:nvPr/>
            </p:nvSpPr>
            <p:spPr>
              <a:xfrm>
                <a:off x="838440" y="826560"/>
                <a:ext cx="1656360" cy="450000"/>
              </a:xfrm>
              <a:custGeom>
                <a:avLst/>
                <a:gdLst>
                  <a:gd name="textAreaLeft" fmla="*/ 0 w 1656360"/>
                  <a:gd name="textAreaRight" fmla="*/ 1656720 w 1656360"/>
                  <a:gd name="textAreaTop" fmla="*/ 0 h 450000"/>
                  <a:gd name="textAreaBottom" fmla="*/ 450360 h 450000"/>
                </a:gdLst>
                <a:ahLst/>
                <a:rect l="textAreaLeft" t="textAreaTop" r="textAreaRight" b="textAreaBottom"/>
                <a:pathLst>
                  <a:path w="436320" h="118584">
                    <a:moveTo>
                      <a:pt x="0" y="0"/>
                    </a:moveTo>
                    <a:lnTo>
                      <a:pt x="436320" y="0"/>
                    </a:lnTo>
                    <a:lnTo>
                      <a:pt x="436320" y="118584"/>
                    </a:lnTo>
                    <a:lnTo>
                      <a:pt x="0" y="118584"/>
                    </a:lnTo>
                    <a:close/>
                  </a:path>
                </a:pathLst>
              </a:custGeom>
              <a:solidFill>
                <a:srgbClr val="23222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PH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79" name="TextBox 105"/>
              <p:cNvSpPr/>
              <p:nvPr/>
            </p:nvSpPr>
            <p:spPr>
              <a:xfrm>
                <a:off x="838440" y="681840"/>
                <a:ext cx="1656360" cy="594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659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180" name="TextBox 106"/>
            <p:cNvSpPr/>
            <p:nvPr/>
          </p:nvSpPr>
          <p:spPr>
            <a:xfrm>
              <a:off x="1028880" y="840240"/>
              <a:ext cx="1060560" cy="67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2659"/>
                </a:lnSpc>
              </a:pPr>
              <a:r>
                <a:rPr b="0" lang="en-US" sz="1900" spc="-1" strike="noStrike">
                  <a:solidFill>
                    <a:srgbClr val="ffffff"/>
                  </a:solidFill>
                  <a:latin typeface="Consolas"/>
                  <a:ea typeface="Consolas"/>
                </a:rPr>
                <a:t>Headings</a:t>
              </a:r>
              <a:endParaRPr b="0" lang="en-PH" sz="19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1" name="Freeform 107"/>
            <p:cNvSpPr/>
            <p:nvPr/>
          </p:nvSpPr>
          <p:spPr>
            <a:xfrm>
              <a:off x="2233080" y="989280"/>
              <a:ext cx="128160" cy="123840"/>
            </a:xfrm>
            <a:custGeom>
              <a:avLst/>
              <a:gdLst>
                <a:gd name="textAreaLeft" fmla="*/ 0 w 128160"/>
                <a:gd name="textAreaRight" fmla="*/ 128520 w 128160"/>
                <a:gd name="textAreaTop" fmla="*/ 0 h 123840"/>
                <a:gd name="textAreaBottom" fmla="*/ 124200 h 123840"/>
              </a:gdLst>
              <a:ahLst/>
              <a:rect l="textAreaLeft" t="textAreaTop" r="textAreaRight" b="textAreaBottom"/>
              <a:pathLst>
                <a:path w="171448" h="165837">
                  <a:moveTo>
                    <a:pt x="0" y="0"/>
                  </a:moveTo>
                  <a:lnTo>
                    <a:pt x="171449" y="0"/>
                  </a:lnTo>
                  <a:lnTo>
                    <a:pt x="171449" y="165838"/>
                  </a:lnTo>
                  <a:lnTo>
                    <a:pt x="0" y="1658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2"/>
          <p:cNvGrpSpPr/>
          <p:nvPr/>
        </p:nvGrpSpPr>
        <p:grpSpPr>
          <a:xfrm>
            <a:off x="3805920" y="1584720"/>
            <a:ext cx="3892680" cy="999720"/>
            <a:chOff x="3805920" y="1584720"/>
            <a:chExt cx="3892680" cy="999720"/>
          </a:xfrm>
        </p:grpSpPr>
        <p:sp>
          <p:nvSpPr>
            <p:cNvPr id="183" name="Freeform 3"/>
            <p:cNvSpPr/>
            <p:nvPr/>
          </p:nvSpPr>
          <p:spPr>
            <a:xfrm>
              <a:off x="3805920" y="1729440"/>
              <a:ext cx="3892680" cy="855000"/>
            </a:xfrm>
            <a:custGeom>
              <a:avLst/>
              <a:gdLst>
                <a:gd name="textAreaLeft" fmla="*/ 0 w 3892680"/>
                <a:gd name="textAreaRight" fmla="*/ 3893040 w 389268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1025314" h="225313">
                  <a:moveTo>
                    <a:pt x="0" y="0"/>
                  </a:moveTo>
                  <a:lnTo>
                    <a:pt x="1025314" y="0"/>
                  </a:lnTo>
                  <a:lnTo>
                    <a:pt x="1025314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4" name="TextBox 4"/>
            <p:cNvSpPr/>
            <p:nvPr/>
          </p:nvSpPr>
          <p:spPr>
            <a:xfrm>
              <a:off x="3805920" y="1584720"/>
              <a:ext cx="389268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5" name="Group 5"/>
          <p:cNvGrpSpPr/>
          <p:nvPr/>
        </p:nvGrpSpPr>
        <p:grpSpPr>
          <a:xfrm>
            <a:off x="8684280" y="5735520"/>
            <a:ext cx="957240" cy="551160"/>
            <a:chOff x="8684280" y="5735520"/>
            <a:chExt cx="957240" cy="551160"/>
          </a:xfrm>
        </p:grpSpPr>
        <p:sp>
          <p:nvSpPr>
            <p:cNvPr id="186" name="Freeform 6"/>
            <p:cNvSpPr/>
            <p:nvPr/>
          </p:nvSpPr>
          <p:spPr>
            <a:xfrm>
              <a:off x="8684280" y="5880240"/>
              <a:ext cx="957240" cy="406440"/>
            </a:xfrm>
            <a:custGeom>
              <a:avLst/>
              <a:gdLst>
                <a:gd name="textAreaLeft" fmla="*/ 0 w 957240"/>
                <a:gd name="textAreaRight" fmla="*/ 957600 w 957240"/>
                <a:gd name="textAreaTop" fmla="*/ 0 h 406440"/>
                <a:gd name="textAreaBottom" fmla="*/ 406800 h 406440"/>
              </a:gdLst>
              <a:ahLst/>
              <a:rect l="textAreaLeft" t="textAreaTop" r="textAreaRight" b="textAreaBottom"/>
              <a:pathLst>
                <a:path w="252232" h="107103">
                  <a:moveTo>
                    <a:pt x="0" y="0"/>
                  </a:moveTo>
                  <a:lnTo>
                    <a:pt x="252232" y="0"/>
                  </a:lnTo>
                  <a:lnTo>
                    <a:pt x="252232" y="107103"/>
                  </a:lnTo>
                  <a:lnTo>
                    <a:pt x="0" y="107103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7" name="TextBox 7"/>
            <p:cNvSpPr/>
            <p:nvPr/>
          </p:nvSpPr>
          <p:spPr>
            <a:xfrm>
              <a:off x="8684280" y="5735520"/>
              <a:ext cx="957240" cy="55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8" name="Group 8"/>
          <p:cNvGrpSpPr/>
          <p:nvPr/>
        </p:nvGrpSpPr>
        <p:grpSpPr>
          <a:xfrm>
            <a:off x="10376280" y="3049560"/>
            <a:ext cx="902880" cy="667800"/>
            <a:chOff x="10376280" y="3049560"/>
            <a:chExt cx="902880" cy="667800"/>
          </a:xfrm>
        </p:grpSpPr>
        <p:sp>
          <p:nvSpPr>
            <p:cNvPr id="189" name="Freeform 9"/>
            <p:cNvSpPr/>
            <p:nvPr/>
          </p:nvSpPr>
          <p:spPr>
            <a:xfrm>
              <a:off x="10376280" y="3194280"/>
              <a:ext cx="902880" cy="523080"/>
            </a:xfrm>
            <a:custGeom>
              <a:avLst/>
              <a:gdLst>
                <a:gd name="textAreaLeft" fmla="*/ 0 w 902880"/>
                <a:gd name="textAreaRight" fmla="*/ 903240 w 90288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37923" h="137899">
                  <a:moveTo>
                    <a:pt x="0" y="0"/>
                  </a:moveTo>
                  <a:lnTo>
                    <a:pt x="237923" y="0"/>
                  </a:lnTo>
                  <a:lnTo>
                    <a:pt x="23792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0" name="TextBox 10"/>
            <p:cNvSpPr/>
            <p:nvPr/>
          </p:nvSpPr>
          <p:spPr>
            <a:xfrm>
              <a:off x="10376280" y="3049560"/>
              <a:ext cx="90288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91" name="TextBox 11"/>
          <p:cNvSpPr/>
          <p:nvPr/>
        </p:nvSpPr>
        <p:spPr>
          <a:xfrm>
            <a:off x="2233080" y="3061080"/>
            <a:ext cx="10078920" cy="11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HTML paragraphs are defined with the &lt;p&gt; tag: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92" name="Group 12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193" name="Freeform 13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" name="TextBox 14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95" name="Group 15"/>
          <p:cNvGrpSpPr/>
          <p:nvPr/>
        </p:nvGrpSpPr>
        <p:grpSpPr>
          <a:xfrm>
            <a:off x="1740600" y="4425120"/>
            <a:ext cx="277920" cy="277920"/>
            <a:chOff x="1740600" y="4425120"/>
            <a:chExt cx="277920" cy="277920"/>
          </a:xfrm>
        </p:grpSpPr>
        <p:sp>
          <p:nvSpPr>
            <p:cNvPr id="196" name="Freeform 16"/>
            <p:cNvSpPr/>
            <p:nvPr/>
          </p:nvSpPr>
          <p:spPr>
            <a:xfrm>
              <a:off x="1740600" y="44251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7" name="TextBox 17"/>
            <p:cNvSpPr/>
            <p:nvPr/>
          </p:nvSpPr>
          <p:spPr>
            <a:xfrm>
              <a:off x="1766520" y="44380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98" name="Freeform 1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9" name="Group 1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200" name="Freeform 2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1" name="TextBox 2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02" name="Freeform 2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3" name="Group 2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204" name="Freeform 2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5" name="TextBox 2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06" name="Freeform 2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Freeform 2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Freeform 2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Freeform 2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Freeform 3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1" name="Group 3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212" name="Freeform 3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3" name="TextBox 3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14" name="Freeform 3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Freeform 3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6" name="Group 3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217" name="Freeform 3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8" name="TextBox 3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19" name="TextBox 39"/>
          <p:cNvSpPr/>
          <p:nvPr/>
        </p:nvSpPr>
        <p:spPr>
          <a:xfrm>
            <a:off x="1917360" y="1748520"/>
            <a:ext cx="570456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PARAGRAPH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Box 40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Box 41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Box 42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Box 43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Box 44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Box 45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Box 46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Box 47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AutoShape 48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29" name="Group 49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230" name="Freeform 50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1" name="TextBox 51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32" name="Group 52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233" name="Freeform 53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4" name="TextBox 54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35" name="Group 55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236" name="Freeform 56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7" name="TextBox 57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38" name="TextBox 58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Box 59"/>
          <p:cNvSpPr/>
          <p:nvPr/>
        </p:nvSpPr>
        <p:spPr>
          <a:xfrm>
            <a:off x="2233080" y="4198680"/>
            <a:ext cx="2921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40" name="Group 60"/>
          <p:cNvGrpSpPr/>
          <p:nvPr/>
        </p:nvGrpSpPr>
        <p:grpSpPr>
          <a:xfrm>
            <a:off x="7319520" y="5173560"/>
            <a:ext cx="957240" cy="551160"/>
            <a:chOff x="7319520" y="5173560"/>
            <a:chExt cx="957240" cy="551160"/>
          </a:xfrm>
        </p:grpSpPr>
        <p:sp>
          <p:nvSpPr>
            <p:cNvPr id="241" name="Freeform 61"/>
            <p:cNvSpPr/>
            <p:nvPr/>
          </p:nvSpPr>
          <p:spPr>
            <a:xfrm>
              <a:off x="7319520" y="5318280"/>
              <a:ext cx="957240" cy="406440"/>
            </a:xfrm>
            <a:custGeom>
              <a:avLst/>
              <a:gdLst>
                <a:gd name="textAreaLeft" fmla="*/ 0 w 957240"/>
                <a:gd name="textAreaRight" fmla="*/ 957600 w 957240"/>
                <a:gd name="textAreaTop" fmla="*/ 0 h 406440"/>
                <a:gd name="textAreaBottom" fmla="*/ 406800 h 406440"/>
              </a:gdLst>
              <a:ahLst/>
              <a:rect l="textAreaLeft" t="textAreaTop" r="textAreaRight" b="textAreaBottom"/>
              <a:pathLst>
                <a:path w="252232" h="107103">
                  <a:moveTo>
                    <a:pt x="0" y="0"/>
                  </a:moveTo>
                  <a:lnTo>
                    <a:pt x="252232" y="0"/>
                  </a:lnTo>
                  <a:lnTo>
                    <a:pt x="252232" y="107103"/>
                  </a:lnTo>
                  <a:lnTo>
                    <a:pt x="0" y="107103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2" name="TextBox 62"/>
            <p:cNvSpPr/>
            <p:nvPr/>
          </p:nvSpPr>
          <p:spPr>
            <a:xfrm>
              <a:off x="7319520" y="5173560"/>
              <a:ext cx="957240" cy="55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43" name="Group 63"/>
          <p:cNvGrpSpPr/>
          <p:nvPr/>
        </p:nvGrpSpPr>
        <p:grpSpPr>
          <a:xfrm>
            <a:off x="2233080" y="5735520"/>
            <a:ext cx="660960" cy="551160"/>
            <a:chOff x="2233080" y="5735520"/>
            <a:chExt cx="660960" cy="551160"/>
          </a:xfrm>
        </p:grpSpPr>
        <p:sp>
          <p:nvSpPr>
            <p:cNvPr id="244" name="Freeform 64"/>
            <p:cNvSpPr/>
            <p:nvPr/>
          </p:nvSpPr>
          <p:spPr>
            <a:xfrm>
              <a:off x="2233080" y="5880240"/>
              <a:ext cx="660960" cy="406440"/>
            </a:xfrm>
            <a:custGeom>
              <a:avLst/>
              <a:gdLst>
                <a:gd name="textAreaLeft" fmla="*/ 0 w 660960"/>
                <a:gd name="textAreaRight" fmla="*/ 661320 w 660960"/>
                <a:gd name="textAreaTop" fmla="*/ 0 h 406440"/>
                <a:gd name="textAreaBottom" fmla="*/ 406800 h 406440"/>
              </a:gdLst>
              <a:ahLst/>
              <a:rect l="textAreaLeft" t="textAreaTop" r="textAreaRight" b="textAreaBottom"/>
              <a:pathLst>
                <a:path w="174162" h="107103">
                  <a:moveTo>
                    <a:pt x="0" y="0"/>
                  </a:moveTo>
                  <a:lnTo>
                    <a:pt x="174162" y="0"/>
                  </a:lnTo>
                  <a:lnTo>
                    <a:pt x="174162" y="107103"/>
                  </a:lnTo>
                  <a:lnTo>
                    <a:pt x="0" y="107103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5" name="TextBox 65"/>
            <p:cNvSpPr/>
            <p:nvPr/>
          </p:nvSpPr>
          <p:spPr>
            <a:xfrm>
              <a:off x="2233080" y="5735520"/>
              <a:ext cx="660960" cy="55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46" name="Group 66"/>
          <p:cNvGrpSpPr/>
          <p:nvPr/>
        </p:nvGrpSpPr>
        <p:grpSpPr>
          <a:xfrm>
            <a:off x="2233080" y="5173560"/>
            <a:ext cx="660960" cy="551160"/>
            <a:chOff x="2233080" y="5173560"/>
            <a:chExt cx="660960" cy="551160"/>
          </a:xfrm>
        </p:grpSpPr>
        <p:sp>
          <p:nvSpPr>
            <p:cNvPr id="247" name="Freeform 67"/>
            <p:cNvSpPr/>
            <p:nvPr/>
          </p:nvSpPr>
          <p:spPr>
            <a:xfrm>
              <a:off x="2233080" y="5318280"/>
              <a:ext cx="660960" cy="406440"/>
            </a:xfrm>
            <a:custGeom>
              <a:avLst/>
              <a:gdLst>
                <a:gd name="textAreaLeft" fmla="*/ 0 w 660960"/>
                <a:gd name="textAreaRight" fmla="*/ 661320 w 660960"/>
                <a:gd name="textAreaTop" fmla="*/ 0 h 406440"/>
                <a:gd name="textAreaBottom" fmla="*/ 406800 h 406440"/>
              </a:gdLst>
              <a:ahLst/>
              <a:rect l="textAreaLeft" t="textAreaTop" r="textAreaRight" b="textAreaBottom"/>
              <a:pathLst>
                <a:path w="174162" h="107103">
                  <a:moveTo>
                    <a:pt x="0" y="0"/>
                  </a:moveTo>
                  <a:lnTo>
                    <a:pt x="174162" y="0"/>
                  </a:lnTo>
                  <a:lnTo>
                    <a:pt x="174162" y="107103"/>
                  </a:lnTo>
                  <a:lnTo>
                    <a:pt x="0" y="107103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8" name="TextBox 68"/>
            <p:cNvSpPr/>
            <p:nvPr/>
          </p:nvSpPr>
          <p:spPr>
            <a:xfrm>
              <a:off x="2233080" y="5173560"/>
              <a:ext cx="660960" cy="55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49" name="TextBox 69"/>
          <p:cNvSpPr/>
          <p:nvPr/>
        </p:nvSpPr>
        <p:spPr>
          <a:xfrm>
            <a:off x="2233080" y="5139360"/>
            <a:ext cx="10078920" cy="11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&lt;p&gt;This is a paragraph.&lt;/p&gt;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&lt;p&gt;This is another paragraph.&lt;/p&gt;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50" name="Group 70"/>
          <p:cNvGrpSpPr/>
          <p:nvPr/>
        </p:nvGrpSpPr>
        <p:grpSpPr>
          <a:xfrm>
            <a:off x="2233080" y="681840"/>
            <a:ext cx="1802880" cy="594720"/>
            <a:chOff x="2233080" y="681840"/>
            <a:chExt cx="1802880" cy="594720"/>
          </a:xfrm>
        </p:grpSpPr>
        <p:sp>
          <p:nvSpPr>
            <p:cNvPr id="251" name="Freeform 71"/>
            <p:cNvSpPr/>
            <p:nvPr/>
          </p:nvSpPr>
          <p:spPr>
            <a:xfrm>
              <a:off x="2233080" y="826560"/>
              <a:ext cx="1802880" cy="450000"/>
            </a:xfrm>
            <a:custGeom>
              <a:avLst/>
              <a:gdLst>
                <a:gd name="textAreaLeft" fmla="*/ 0 w 1802880"/>
                <a:gd name="textAreaRight" fmla="*/ 1803240 w 18028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74917" h="118584">
                  <a:moveTo>
                    <a:pt x="0" y="0"/>
                  </a:moveTo>
                  <a:lnTo>
                    <a:pt x="474917" y="0"/>
                  </a:lnTo>
                  <a:lnTo>
                    <a:pt x="4749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2" name="TextBox 72"/>
            <p:cNvSpPr/>
            <p:nvPr/>
          </p:nvSpPr>
          <p:spPr>
            <a:xfrm>
              <a:off x="2233080" y="681840"/>
              <a:ext cx="18028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53" name="TextBox 73"/>
          <p:cNvSpPr/>
          <p:nvPr/>
        </p:nvSpPr>
        <p:spPr>
          <a:xfrm>
            <a:off x="242316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Freeform 74"/>
          <p:cNvSpPr/>
          <p:nvPr/>
        </p:nvSpPr>
        <p:spPr>
          <a:xfrm>
            <a:off x="3759840" y="989640"/>
            <a:ext cx="128160" cy="123840"/>
          </a:xfrm>
          <a:custGeom>
            <a:avLst/>
            <a:gdLst>
              <a:gd name="textAreaLeft" fmla="*/ 0 w 128160"/>
              <a:gd name="textAreaRight" fmla="*/ 128520 w 128160"/>
              <a:gd name="textAreaTop" fmla="*/ 0 h 123840"/>
              <a:gd name="textAreaBottom" fmla="*/ 124200 h 123840"/>
            </a:gdLst>
            <a:ahLst/>
            <a:rect l="textAreaLeft" t="textAreaTop" r="textAreaRight" b="textAreaBottom"/>
            <a:pathLst>
              <a:path w="128586" h="124378">
                <a:moveTo>
                  <a:pt x="0" y="0"/>
                </a:moveTo>
                <a:lnTo>
                  <a:pt x="128586" y="0"/>
                </a:lnTo>
                <a:lnTo>
                  <a:pt x="128586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roup 2"/>
          <p:cNvGrpSpPr/>
          <p:nvPr/>
        </p:nvGrpSpPr>
        <p:grpSpPr>
          <a:xfrm>
            <a:off x="3833640" y="1584720"/>
            <a:ext cx="6177600" cy="999720"/>
            <a:chOff x="3833640" y="1584720"/>
            <a:chExt cx="6177600" cy="999720"/>
          </a:xfrm>
        </p:grpSpPr>
        <p:sp>
          <p:nvSpPr>
            <p:cNvPr id="256" name="Freeform 3"/>
            <p:cNvSpPr/>
            <p:nvPr/>
          </p:nvSpPr>
          <p:spPr>
            <a:xfrm>
              <a:off x="3833640" y="1729440"/>
              <a:ext cx="6177600" cy="855000"/>
            </a:xfrm>
            <a:custGeom>
              <a:avLst/>
              <a:gdLst>
                <a:gd name="textAreaLeft" fmla="*/ 0 w 6177600"/>
                <a:gd name="textAreaRight" fmla="*/ 6177960 w 617760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1627122" h="225313">
                  <a:moveTo>
                    <a:pt x="0" y="0"/>
                  </a:moveTo>
                  <a:lnTo>
                    <a:pt x="1627122" y="0"/>
                  </a:lnTo>
                  <a:lnTo>
                    <a:pt x="1627122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7" name="TextBox 4"/>
            <p:cNvSpPr/>
            <p:nvPr/>
          </p:nvSpPr>
          <p:spPr>
            <a:xfrm>
              <a:off x="3833640" y="1584720"/>
              <a:ext cx="617760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58" name="Group 5"/>
          <p:cNvGrpSpPr/>
          <p:nvPr/>
        </p:nvGrpSpPr>
        <p:grpSpPr>
          <a:xfrm>
            <a:off x="3094560" y="4727520"/>
            <a:ext cx="902880" cy="667800"/>
            <a:chOff x="3094560" y="4727520"/>
            <a:chExt cx="902880" cy="667800"/>
          </a:xfrm>
        </p:grpSpPr>
        <p:sp>
          <p:nvSpPr>
            <p:cNvPr id="259" name="Freeform 6"/>
            <p:cNvSpPr/>
            <p:nvPr/>
          </p:nvSpPr>
          <p:spPr>
            <a:xfrm>
              <a:off x="3094560" y="4872240"/>
              <a:ext cx="902880" cy="523080"/>
            </a:xfrm>
            <a:custGeom>
              <a:avLst/>
              <a:gdLst>
                <a:gd name="textAreaLeft" fmla="*/ 0 w 902880"/>
                <a:gd name="textAreaRight" fmla="*/ 903240 w 90288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37923" h="137899">
                  <a:moveTo>
                    <a:pt x="0" y="0"/>
                  </a:moveTo>
                  <a:lnTo>
                    <a:pt x="237923" y="0"/>
                  </a:lnTo>
                  <a:lnTo>
                    <a:pt x="23792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0" name="TextBox 7"/>
            <p:cNvSpPr/>
            <p:nvPr/>
          </p:nvSpPr>
          <p:spPr>
            <a:xfrm>
              <a:off x="3094560" y="4727520"/>
              <a:ext cx="90288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61" name="Group 8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262" name="Freeform 9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" name="TextBox 10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64" name="Group 11"/>
          <p:cNvGrpSpPr/>
          <p:nvPr/>
        </p:nvGrpSpPr>
        <p:grpSpPr>
          <a:xfrm>
            <a:off x="1727640" y="6413760"/>
            <a:ext cx="277920" cy="277920"/>
            <a:chOff x="1727640" y="6413760"/>
            <a:chExt cx="277920" cy="277920"/>
          </a:xfrm>
        </p:grpSpPr>
        <p:sp>
          <p:nvSpPr>
            <p:cNvPr id="265" name="Freeform 12"/>
            <p:cNvSpPr/>
            <p:nvPr/>
          </p:nvSpPr>
          <p:spPr>
            <a:xfrm>
              <a:off x="1727640" y="641376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6" name="TextBox 13"/>
            <p:cNvSpPr/>
            <p:nvPr/>
          </p:nvSpPr>
          <p:spPr>
            <a:xfrm>
              <a:off x="1753560" y="64270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67" name="Freeform 14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8" name="Group 15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269" name="Freeform 16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0" name="TextBox 17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71" name="Freeform 18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2" name="Group 19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273" name="Freeform 20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4" name="TextBox 21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75" name="Freeform 22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Freeform 23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Freeform 24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Freeform 25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Freeform 26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0" name="Group 27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281" name="Freeform 28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2" name="TextBox 29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83" name="Freeform 30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Freeform 31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5" name="Group 32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286" name="Freeform 33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7" name="TextBox 34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88" name="TextBox 35"/>
          <p:cNvSpPr/>
          <p:nvPr/>
        </p:nvSpPr>
        <p:spPr>
          <a:xfrm>
            <a:off x="1917360" y="1748520"/>
            <a:ext cx="807552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HOR</a:t>
            </a: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	</a:t>
            </a: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IZONTAL RULES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Box 36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Box 37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Box 38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Box 39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Box 40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Box 41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Box 42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Box 43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AutoShape 44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98" name="Group 45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299" name="Freeform 46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0" name="TextBox 47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01" name="Group 48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302" name="Freeform 49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3" name="TextBox 50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04" name="Group 51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305" name="Freeform 52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6" name="TextBox 53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07" name="TextBox 54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Box 55"/>
          <p:cNvSpPr/>
          <p:nvPr/>
        </p:nvSpPr>
        <p:spPr>
          <a:xfrm>
            <a:off x="2233080" y="6160680"/>
            <a:ext cx="370692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09" name="Group 56"/>
          <p:cNvGrpSpPr/>
          <p:nvPr/>
        </p:nvGrpSpPr>
        <p:grpSpPr>
          <a:xfrm>
            <a:off x="2233080" y="9238320"/>
            <a:ext cx="792360" cy="551160"/>
            <a:chOff x="2233080" y="9238320"/>
            <a:chExt cx="792360" cy="551160"/>
          </a:xfrm>
        </p:grpSpPr>
        <p:sp>
          <p:nvSpPr>
            <p:cNvPr id="310" name="Freeform 57"/>
            <p:cNvSpPr/>
            <p:nvPr/>
          </p:nvSpPr>
          <p:spPr>
            <a:xfrm>
              <a:off x="2233080" y="9383040"/>
              <a:ext cx="792360" cy="406440"/>
            </a:xfrm>
            <a:custGeom>
              <a:avLst/>
              <a:gdLst>
                <a:gd name="textAreaLeft" fmla="*/ 0 w 792360"/>
                <a:gd name="textAreaRight" fmla="*/ 792720 w 792360"/>
                <a:gd name="textAreaTop" fmla="*/ 0 h 406440"/>
                <a:gd name="textAreaBottom" fmla="*/ 406800 h 406440"/>
              </a:gdLst>
              <a:ahLst/>
              <a:rect l="textAreaLeft" t="textAreaTop" r="textAreaRight" b="textAreaBottom"/>
              <a:pathLst>
                <a:path w="208745" h="107103">
                  <a:moveTo>
                    <a:pt x="0" y="0"/>
                  </a:moveTo>
                  <a:lnTo>
                    <a:pt x="208745" y="0"/>
                  </a:lnTo>
                  <a:lnTo>
                    <a:pt x="208745" y="107103"/>
                  </a:lnTo>
                  <a:lnTo>
                    <a:pt x="0" y="107103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1" name="TextBox 58"/>
            <p:cNvSpPr/>
            <p:nvPr/>
          </p:nvSpPr>
          <p:spPr>
            <a:xfrm>
              <a:off x="2233080" y="9238320"/>
              <a:ext cx="792360" cy="55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12" name="Group 59"/>
          <p:cNvGrpSpPr/>
          <p:nvPr/>
        </p:nvGrpSpPr>
        <p:grpSpPr>
          <a:xfrm>
            <a:off x="2242440" y="7778520"/>
            <a:ext cx="792360" cy="550800"/>
            <a:chOff x="2242440" y="7778520"/>
            <a:chExt cx="792360" cy="550800"/>
          </a:xfrm>
        </p:grpSpPr>
        <p:sp>
          <p:nvSpPr>
            <p:cNvPr id="313" name="Freeform 60"/>
            <p:cNvSpPr/>
            <p:nvPr/>
          </p:nvSpPr>
          <p:spPr>
            <a:xfrm>
              <a:off x="2242440" y="7922880"/>
              <a:ext cx="792360" cy="406440"/>
            </a:xfrm>
            <a:custGeom>
              <a:avLst/>
              <a:gdLst>
                <a:gd name="textAreaLeft" fmla="*/ 0 w 792360"/>
                <a:gd name="textAreaRight" fmla="*/ 792720 w 792360"/>
                <a:gd name="textAreaTop" fmla="*/ 0 h 406440"/>
                <a:gd name="textAreaBottom" fmla="*/ 406800 h 406440"/>
              </a:gdLst>
              <a:ahLst/>
              <a:rect l="textAreaLeft" t="textAreaTop" r="textAreaRight" b="textAreaBottom"/>
              <a:pathLst>
                <a:path w="208745" h="107103">
                  <a:moveTo>
                    <a:pt x="0" y="0"/>
                  </a:moveTo>
                  <a:lnTo>
                    <a:pt x="208745" y="0"/>
                  </a:lnTo>
                  <a:lnTo>
                    <a:pt x="208745" y="107103"/>
                  </a:lnTo>
                  <a:lnTo>
                    <a:pt x="0" y="107103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4" name="TextBox 61"/>
            <p:cNvSpPr/>
            <p:nvPr/>
          </p:nvSpPr>
          <p:spPr>
            <a:xfrm>
              <a:off x="2242440" y="7778520"/>
              <a:ext cx="792360" cy="55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15" name="TextBox 62"/>
          <p:cNvSpPr/>
          <p:nvPr/>
        </p:nvSpPr>
        <p:spPr>
          <a:xfrm>
            <a:off x="2270880" y="6822000"/>
            <a:ext cx="6232320" cy="34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95"/>
              </a:lnSpc>
            </a:pPr>
            <a:r>
              <a:rPr b="0" lang="en-US" sz="2780" spc="-1" strike="noStrike">
                <a:solidFill>
                  <a:srgbClr val="ffffff"/>
                </a:solidFill>
                <a:latin typeface="Consolas"/>
                <a:ea typeface="Consolas"/>
              </a:rPr>
              <a:t>&lt;h1&gt;This is heading 1&lt;/h1&gt;</a:t>
            </a:r>
            <a:endParaRPr b="0" lang="en-PH" sz="2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895"/>
              </a:lnSpc>
            </a:pPr>
            <a:r>
              <a:rPr b="0" lang="en-US" sz="2780" spc="-1" strike="noStrike">
                <a:solidFill>
                  <a:srgbClr val="ffffff"/>
                </a:solidFill>
                <a:latin typeface="Consolas"/>
                <a:ea typeface="Consolas"/>
              </a:rPr>
              <a:t>&lt;p&gt;This is some text.&lt;/p&gt;</a:t>
            </a:r>
            <a:endParaRPr b="0" lang="en-PH" sz="2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895"/>
              </a:lnSpc>
            </a:pPr>
            <a:r>
              <a:rPr b="0" lang="en-US" sz="2780" spc="-1" strike="noStrike">
                <a:solidFill>
                  <a:srgbClr val="ffffff"/>
                </a:solidFill>
                <a:latin typeface="Consolas"/>
                <a:ea typeface="Consolas"/>
              </a:rPr>
              <a:t>&lt;hr&gt;</a:t>
            </a:r>
            <a:endParaRPr b="0" lang="en-PH" sz="2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895"/>
              </a:lnSpc>
            </a:pPr>
            <a:r>
              <a:rPr b="0" lang="en-US" sz="2780" spc="-1" strike="noStrike">
                <a:solidFill>
                  <a:srgbClr val="ffffff"/>
                </a:solidFill>
                <a:latin typeface="Consolas"/>
                <a:ea typeface="Consolas"/>
              </a:rPr>
              <a:t>&lt;h2&gt;This is heading 2&lt;/h2&gt;</a:t>
            </a:r>
            <a:endParaRPr b="0" lang="en-PH" sz="2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895"/>
              </a:lnSpc>
            </a:pPr>
            <a:r>
              <a:rPr b="0" lang="en-US" sz="2780" spc="-1" strike="noStrike">
                <a:solidFill>
                  <a:srgbClr val="ffffff"/>
                </a:solidFill>
                <a:latin typeface="Consolas"/>
                <a:ea typeface="Consolas"/>
              </a:rPr>
              <a:t>&lt;p&gt;This is some other text.&lt;/p&gt;</a:t>
            </a:r>
            <a:endParaRPr b="0" lang="en-PH" sz="2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895"/>
              </a:lnSpc>
            </a:pPr>
            <a:r>
              <a:rPr b="0" lang="en-US" sz="2780" spc="-1" strike="noStrike">
                <a:solidFill>
                  <a:srgbClr val="ffffff"/>
                </a:solidFill>
                <a:latin typeface="Consolas"/>
                <a:ea typeface="Consolas"/>
              </a:rPr>
              <a:t>&lt;hr&gt;</a:t>
            </a:r>
            <a:endParaRPr b="0" lang="en-PH" sz="27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16" name="Group 63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317" name="Freeform 64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8" name="TextBox 65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19" name="TextBox 66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20" name="Group 67"/>
          <p:cNvGrpSpPr/>
          <p:nvPr/>
        </p:nvGrpSpPr>
        <p:grpSpPr>
          <a:xfrm>
            <a:off x="3094560" y="3030480"/>
            <a:ext cx="902880" cy="667800"/>
            <a:chOff x="3094560" y="3030480"/>
            <a:chExt cx="902880" cy="667800"/>
          </a:xfrm>
        </p:grpSpPr>
        <p:sp>
          <p:nvSpPr>
            <p:cNvPr id="321" name="Freeform 68"/>
            <p:cNvSpPr/>
            <p:nvPr/>
          </p:nvSpPr>
          <p:spPr>
            <a:xfrm>
              <a:off x="3094560" y="3175200"/>
              <a:ext cx="902880" cy="523080"/>
            </a:xfrm>
            <a:custGeom>
              <a:avLst/>
              <a:gdLst>
                <a:gd name="textAreaLeft" fmla="*/ 0 w 902880"/>
                <a:gd name="textAreaRight" fmla="*/ 903240 w 90288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37923" h="137899">
                  <a:moveTo>
                    <a:pt x="0" y="0"/>
                  </a:moveTo>
                  <a:lnTo>
                    <a:pt x="237923" y="0"/>
                  </a:lnTo>
                  <a:lnTo>
                    <a:pt x="23792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2" name="TextBox 69"/>
            <p:cNvSpPr/>
            <p:nvPr/>
          </p:nvSpPr>
          <p:spPr>
            <a:xfrm>
              <a:off x="3094560" y="3030480"/>
              <a:ext cx="90288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23" name="TextBox 70"/>
          <p:cNvSpPr/>
          <p:nvPr/>
        </p:nvSpPr>
        <p:spPr>
          <a:xfrm>
            <a:off x="2233080" y="3061080"/>
            <a:ext cx="14889960" cy="28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The &lt;hr&gt; tag defines a thematic break in an HTML page, and is most often displayed as a horizontal rule.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The &lt;hr&gt; element is used to separate content (or define a change) in an HTML page: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24" name="Group 71"/>
          <p:cNvGrpSpPr/>
          <p:nvPr/>
        </p:nvGrpSpPr>
        <p:grpSpPr>
          <a:xfrm>
            <a:off x="3750480" y="695520"/>
            <a:ext cx="1656360" cy="594720"/>
            <a:chOff x="3750480" y="695520"/>
            <a:chExt cx="1656360" cy="594720"/>
          </a:xfrm>
        </p:grpSpPr>
        <p:grpSp>
          <p:nvGrpSpPr>
            <p:cNvPr id="325" name="Group 72"/>
            <p:cNvGrpSpPr/>
            <p:nvPr/>
          </p:nvGrpSpPr>
          <p:grpSpPr>
            <a:xfrm>
              <a:off x="3750480" y="695520"/>
              <a:ext cx="1656360" cy="594720"/>
              <a:chOff x="3750480" y="695520"/>
              <a:chExt cx="1656360" cy="594720"/>
            </a:xfrm>
          </p:grpSpPr>
          <p:sp>
            <p:nvSpPr>
              <p:cNvPr id="326" name="Freeform 73"/>
              <p:cNvSpPr/>
              <p:nvPr/>
            </p:nvSpPr>
            <p:spPr>
              <a:xfrm>
                <a:off x="3750480" y="840240"/>
                <a:ext cx="1656360" cy="450000"/>
              </a:xfrm>
              <a:custGeom>
                <a:avLst/>
                <a:gdLst>
                  <a:gd name="textAreaLeft" fmla="*/ 0 w 1656360"/>
                  <a:gd name="textAreaRight" fmla="*/ 1656720 w 1656360"/>
                  <a:gd name="textAreaTop" fmla="*/ 0 h 450000"/>
                  <a:gd name="textAreaBottom" fmla="*/ 450360 h 450000"/>
                </a:gdLst>
                <a:ahLst/>
                <a:rect l="textAreaLeft" t="textAreaTop" r="textAreaRight" b="textAreaBottom"/>
                <a:pathLst>
                  <a:path w="436320" h="118584">
                    <a:moveTo>
                      <a:pt x="0" y="0"/>
                    </a:moveTo>
                    <a:lnTo>
                      <a:pt x="436320" y="0"/>
                    </a:lnTo>
                    <a:lnTo>
                      <a:pt x="436320" y="118584"/>
                    </a:lnTo>
                    <a:lnTo>
                      <a:pt x="0" y="118584"/>
                    </a:lnTo>
                    <a:close/>
                  </a:path>
                </a:pathLst>
              </a:custGeom>
              <a:solidFill>
                <a:srgbClr val="23222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PH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27" name="TextBox 74"/>
              <p:cNvSpPr/>
              <p:nvPr/>
            </p:nvSpPr>
            <p:spPr>
              <a:xfrm>
                <a:off x="3750480" y="695520"/>
                <a:ext cx="1656360" cy="594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659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328" name="TextBox 75"/>
            <p:cNvSpPr/>
            <p:nvPr/>
          </p:nvSpPr>
          <p:spPr>
            <a:xfrm>
              <a:off x="3940560" y="853920"/>
              <a:ext cx="1060560" cy="338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2659"/>
                </a:lnSpc>
              </a:pPr>
              <a:r>
                <a:rPr b="0" lang="en-US" sz="1900" spc="-1" strike="noStrike">
                  <a:solidFill>
                    <a:srgbClr val="ffffff"/>
                  </a:solidFill>
                  <a:latin typeface="Consolas"/>
                  <a:ea typeface="Consolas"/>
                </a:rPr>
                <a:t>H_Rules</a:t>
              </a:r>
              <a:endParaRPr b="0" lang="en-PH" sz="19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9" name="Freeform 76"/>
            <p:cNvSpPr/>
            <p:nvPr/>
          </p:nvSpPr>
          <p:spPr>
            <a:xfrm>
              <a:off x="5144760" y="1002960"/>
              <a:ext cx="128160" cy="123840"/>
            </a:xfrm>
            <a:custGeom>
              <a:avLst/>
              <a:gdLst>
                <a:gd name="textAreaLeft" fmla="*/ 0 w 128160"/>
                <a:gd name="textAreaRight" fmla="*/ 128520 w 128160"/>
                <a:gd name="textAreaTop" fmla="*/ 0 h 123840"/>
                <a:gd name="textAreaBottom" fmla="*/ 124200 h 123840"/>
              </a:gdLst>
              <a:ahLst/>
              <a:rect l="textAreaLeft" t="textAreaTop" r="textAreaRight" b="textAreaBottom"/>
              <a:pathLst>
                <a:path w="171448" h="165837">
                  <a:moveTo>
                    <a:pt x="0" y="0"/>
                  </a:moveTo>
                  <a:lnTo>
                    <a:pt x="171449" y="0"/>
                  </a:lnTo>
                  <a:lnTo>
                    <a:pt x="171449" y="165838"/>
                  </a:lnTo>
                  <a:lnTo>
                    <a:pt x="0" y="1658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roup 2"/>
          <p:cNvGrpSpPr/>
          <p:nvPr/>
        </p:nvGrpSpPr>
        <p:grpSpPr>
          <a:xfrm>
            <a:off x="3833640" y="1584720"/>
            <a:ext cx="6177600" cy="999720"/>
            <a:chOff x="3833640" y="1584720"/>
            <a:chExt cx="6177600" cy="999720"/>
          </a:xfrm>
        </p:grpSpPr>
        <p:sp>
          <p:nvSpPr>
            <p:cNvPr id="331" name="Freeform 3"/>
            <p:cNvSpPr/>
            <p:nvPr/>
          </p:nvSpPr>
          <p:spPr>
            <a:xfrm>
              <a:off x="3833640" y="1729440"/>
              <a:ext cx="6177600" cy="855000"/>
            </a:xfrm>
            <a:custGeom>
              <a:avLst/>
              <a:gdLst>
                <a:gd name="textAreaLeft" fmla="*/ 0 w 6177600"/>
                <a:gd name="textAreaRight" fmla="*/ 6177960 w 617760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1627122" h="225313">
                  <a:moveTo>
                    <a:pt x="0" y="0"/>
                  </a:moveTo>
                  <a:lnTo>
                    <a:pt x="1627122" y="0"/>
                  </a:lnTo>
                  <a:lnTo>
                    <a:pt x="1627122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2" name="TextBox 4"/>
            <p:cNvSpPr/>
            <p:nvPr/>
          </p:nvSpPr>
          <p:spPr>
            <a:xfrm>
              <a:off x="3833640" y="1584720"/>
              <a:ext cx="617760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33" name="Group 5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334" name="Freeform 6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5" name="TextBox 7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36" name="Freeform 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7" name="Group 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338" name="Freeform 1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9" name="TextBox 1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40" name="Freeform 1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1" name="Group 1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342" name="Freeform 1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3" name="TextBox 1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44" name="Freeform 1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Freeform 1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Freeform 1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Freeform 1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Freeform 2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9" name="Group 2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350" name="Freeform 2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1" name="TextBox 2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52" name="Freeform 2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Freeform 2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4" name="Group 2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355" name="Freeform 2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6" name="TextBox 2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57" name="TextBox 29"/>
          <p:cNvSpPr/>
          <p:nvPr/>
        </p:nvSpPr>
        <p:spPr>
          <a:xfrm>
            <a:off x="1917360" y="1748520"/>
            <a:ext cx="807552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HORIZONTAL RULES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Box 30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Box 31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Box 32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Box 33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Box 34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Box 35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Box 36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Box 37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AutoShape 38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67" name="Group 39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368" name="Freeform 40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9" name="TextBox 41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70" name="Group 42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371" name="Freeform 43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2" name="TextBox 44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73" name="Group 45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374" name="Freeform 46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5" name="TextBox 47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76" name="TextBox 48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77" name="Group 49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378" name="Freeform 50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9" name="TextBox 51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80" name="TextBox 52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81" name="Group 53"/>
          <p:cNvGrpSpPr/>
          <p:nvPr/>
        </p:nvGrpSpPr>
        <p:grpSpPr>
          <a:xfrm>
            <a:off x="3094560" y="3030480"/>
            <a:ext cx="902880" cy="667800"/>
            <a:chOff x="3094560" y="3030480"/>
            <a:chExt cx="902880" cy="667800"/>
          </a:xfrm>
        </p:grpSpPr>
        <p:sp>
          <p:nvSpPr>
            <p:cNvPr id="382" name="Freeform 54"/>
            <p:cNvSpPr/>
            <p:nvPr/>
          </p:nvSpPr>
          <p:spPr>
            <a:xfrm>
              <a:off x="3094560" y="3175200"/>
              <a:ext cx="902880" cy="523080"/>
            </a:xfrm>
            <a:custGeom>
              <a:avLst/>
              <a:gdLst>
                <a:gd name="textAreaLeft" fmla="*/ 0 w 902880"/>
                <a:gd name="textAreaRight" fmla="*/ 903240 w 90288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37923" h="137899">
                  <a:moveTo>
                    <a:pt x="0" y="0"/>
                  </a:moveTo>
                  <a:lnTo>
                    <a:pt x="237923" y="0"/>
                  </a:lnTo>
                  <a:lnTo>
                    <a:pt x="23792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3" name="TextBox 55"/>
            <p:cNvSpPr/>
            <p:nvPr/>
          </p:nvSpPr>
          <p:spPr>
            <a:xfrm>
              <a:off x="3094560" y="3030480"/>
              <a:ext cx="90288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84" name="TextBox 56"/>
          <p:cNvSpPr/>
          <p:nvPr/>
        </p:nvSpPr>
        <p:spPr>
          <a:xfrm>
            <a:off x="2233080" y="3061080"/>
            <a:ext cx="14889960" cy="11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The &lt;hr&gt; tag is an empty tag, which means that it has no end tag.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85" name="Group 57"/>
          <p:cNvGrpSpPr/>
          <p:nvPr/>
        </p:nvGrpSpPr>
        <p:grpSpPr>
          <a:xfrm>
            <a:off x="3750480" y="695520"/>
            <a:ext cx="1656360" cy="594720"/>
            <a:chOff x="3750480" y="695520"/>
            <a:chExt cx="1656360" cy="594720"/>
          </a:xfrm>
        </p:grpSpPr>
        <p:grpSp>
          <p:nvGrpSpPr>
            <p:cNvPr id="386" name="Group 58"/>
            <p:cNvGrpSpPr/>
            <p:nvPr/>
          </p:nvGrpSpPr>
          <p:grpSpPr>
            <a:xfrm>
              <a:off x="3750480" y="695520"/>
              <a:ext cx="1656360" cy="594720"/>
              <a:chOff x="3750480" y="695520"/>
              <a:chExt cx="1656360" cy="594720"/>
            </a:xfrm>
          </p:grpSpPr>
          <p:sp>
            <p:nvSpPr>
              <p:cNvPr id="387" name="Freeform 59"/>
              <p:cNvSpPr/>
              <p:nvPr/>
            </p:nvSpPr>
            <p:spPr>
              <a:xfrm>
                <a:off x="3750480" y="840240"/>
                <a:ext cx="1656360" cy="450000"/>
              </a:xfrm>
              <a:custGeom>
                <a:avLst/>
                <a:gdLst>
                  <a:gd name="textAreaLeft" fmla="*/ 0 w 1656360"/>
                  <a:gd name="textAreaRight" fmla="*/ 1656720 w 1656360"/>
                  <a:gd name="textAreaTop" fmla="*/ 0 h 450000"/>
                  <a:gd name="textAreaBottom" fmla="*/ 450360 h 450000"/>
                </a:gdLst>
                <a:ahLst/>
                <a:rect l="textAreaLeft" t="textAreaTop" r="textAreaRight" b="textAreaBottom"/>
                <a:pathLst>
                  <a:path w="436320" h="118584">
                    <a:moveTo>
                      <a:pt x="0" y="0"/>
                    </a:moveTo>
                    <a:lnTo>
                      <a:pt x="436320" y="0"/>
                    </a:lnTo>
                    <a:lnTo>
                      <a:pt x="436320" y="118584"/>
                    </a:lnTo>
                    <a:lnTo>
                      <a:pt x="0" y="118584"/>
                    </a:lnTo>
                    <a:close/>
                  </a:path>
                </a:pathLst>
              </a:custGeom>
              <a:solidFill>
                <a:srgbClr val="23222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PH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88" name="TextBox 60"/>
              <p:cNvSpPr/>
              <p:nvPr/>
            </p:nvSpPr>
            <p:spPr>
              <a:xfrm>
                <a:off x="3750480" y="695520"/>
                <a:ext cx="1656360" cy="594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659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389" name="TextBox 61"/>
            <p:cNvSpPr/>
            <p:nvPr/>
          </p:nvSpPr>
          <p:spPr>
            <a:xfrm>
              <a:off x="3940560" y="853920"/>
              <a:ext cx="1060560" cy="338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2659"/>
                </a:lnSpc>
              </a:pPr>
              <a:r>
                <a:rPr b="0" lang="en-US" sz="1900" spc="-1" strike="noStrike">
                  <a:solidFill>
                    <a:srgbClr val="ffffff"/>
                  </a:solidFill>
                  <a:latin typeface="Consolas"/>
                  <a:ea typeface="Consolas"/>
                </a:rPr>
                <a:t>H_Rules</a:t>
              </a:r>
              <a:endParaRPr b="0" lang="en-PH" sz="19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0" name="Freeform 62"/>
            <p:cNvSpPr/>
            <p:nvPr/>
          </p:nvSpPr>
          <p:spPr>
            <a:xfrm>
              <a:off x="5144760" y="1002960"/>
              <a:ext cx="128160" cy="123840"/>
            </a:xfrm>
            <a:custGeom>
              <a:avLst/>
              <a:gdLst>
                <a:gd name="textAreaLeft" fmla="*/ 0 w 128160"/>
                <a:gd name="textAreaRight" fmla="*/ 128520 w 128160"/>
                <a:gd name="textAreaTop" fmla="*/ 0 h 123840"/>
                <a:gd name="textAreaBottom" fmla="*/ 124200 h 123840"/>
              </a:gdLst>
              <a:ahLst/>
              <a:rect l="textAreaLeft" t="textAreaTop" r="textAreaRight" b="textAreaBottom"/>
              <a:pathLst>
                <a:path w="171448" h="165837">
                  <a:moveTo>
                    <a:pt x="0" y="0"/>
                  </a:moveTo>
                  <a:lnTo>
                    <a:pt x="171449" y="0"/>
                  </a:lnTo>
                  <a:lnTo>
                    <a:pt x="171449" y="165838"/>
                  </a:lnTo>
                  <a:lnTo>
                    <a:pt x="0" y="1658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roup 2"/>
          <p:cNvGrpSpPr/>
          <p:nvPr/>
        </p:nvGrpSpPr>
        <p:grpSpPr>
          <a:xfrm>
            <a:off x="3805200" y="1584720"/>
            <a:ext cx="4158720" cy="999720"/>
            <a:chOff x="3805200" y="1584720"/>
            <a:chExt cx="4158720" cy="999720"/>
          </a:xfrm>
        </p:grpSpPr>
        <p:sp>
          <p:nvSpPr>
            <p:cNvPr id="392" name="Freeform 3"/>
            <p:cNvSpPr/>
            <p:nvPr/>
          </p:nvSpPr>
          <p:spPr>
            <a:xfrm>
              <a:off x="3805200" y="1729440"/>
              <a:ext cx="4158720" cy="855000"/>
            </a:xfrm>
            <a:custGeom>
              <a:avLst/>
              <a:gdLst>
                <a:gd name="textAreaLeft" fmla="*/ 0 w 4158720"/>
                <a:gd name="textAreaRight" fmla="*/ 4159080 w 415872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1095388" h="225313">
                  <a:moveTo>
                    <a:pt x="0" y="0"/>
                  </a:moveTo>
                  <a:lnTo>
                    <a:pt x="1095388" y="0"/>
                  </a:lnTo>
                  <a:lnTo>
                    <a:pt x="1095388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3" name="TextBox 4"/>
            <p:cNvSpPr/>
            <p:nvPr/>
          </p:nvSpPr>
          <p:spPr>
            <a:xfrm>
              <a:off x="3805200" y="1584720"/>
              <a:ext cx="415872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94" name="Group 5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395" name="Freeform 6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6" name="TextBox 7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97" name="Freeform 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98" name="Group 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399" name="Freeform 1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0" name="TextBox 1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01" name="Freeform 1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2" name="Group 1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403" name="Freeform 1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4" name="TextBox 1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05" name="Freeform 1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Freeform 1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Freeform 1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Freeform 1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Freeform 2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10" name="Group 2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411" name="Freeform 2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2" name="TextBox 2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13" name="Freeform 2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Freeform 2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15" name="Group 2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416" name="Freeform 2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7" name="TextBox 2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18" name="TextBox 29"/>
          <p:cNvSpPr/>
          <p:nvPr/>
        </p:nvSpPr>
        <p:spPr>
          <a:xfrm>
            <a:off x="1917360" y="1748520"/>
            <a:ext cx="604656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LINE BREAKS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Box 30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Box 31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Box 32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Box 33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Box 34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Box 35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Box 36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Box 37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AutoShape 38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28" name="Group 39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429" name="Freeform 40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0" name="TextBox 41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31" name="Group 42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432" name="Freeform 43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3" name="TextBox 44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34" name="Group 45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435" name="Freeform 46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6" name="TextBox 47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37" name="TextBox 48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38" name="Group 49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439" name="Freeform 50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0" name="TextBox 51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41" name="TextBox 52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42" name="Group 53"/>
          <p:cNvGrpSpPr/>
          <p:nvPr/>
        </p:nvGrpSpPr>
        <p:grpSpPr>
          <a:xfrm>
            <a:off x="4214160" y="3022200"/>
            <a:ext cx="902880" cy="667800"/>
            <a:chOff x="4214160" y="3022200"/>
            <a:chExt cx="902880" cy="667800"/>
          </a:xfrm>
        </p:grpSpPr>
        <p:sp>
          <p:nvSpPr>
            <p:cNvPr id="443" name="Freeform 54"/>
            <p:cNvSpPr/>
            <p:nvPr/>
          </p:nvSpPr>
          <p:spPr>
            <a:xfrm>
              <a:off x="4214160" y="3166920"/>
              <a:ext cx="902880" cy="523080"/>
            </a:xfrm>
            <a:custGeom>
              <a:avLst/>
              <a:gdLst>
                <a:gd name="textAreaLeft" fmla="*/ 0 w 902880"/>
                <a:gd name="textAreaRight" fmla="*/ 903240 w 90288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37923" h="137899">
                  <a:moveTo>
                    <a:pt x="0" y="0"/>
                  </a:moveTo>
                  <a:lnTo>
                    <a:pt x="237923" y="0"/>
                  </a:lnTo>
                  <a:lnTo>
                    <a:pt x="23792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4" name="TextBox 55"/>
            <p:cNvSpPr/>
            <p:nvPr/>
          </p:nvSpPr>
          <p:spPr>
            <a:xfrm>
              <a:off x="4214160" y="3022200"/>
              <a:ext cx="90288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45" name="Group 56"/>
          <p:cNvGrpSpPr/>
          <p:nvPr/>
        </p:nvGrpSpPr>
        <p:grpSpPr>
          <a:xfrm>
            <a:off x="3159360" y="4152240"/>
            <a:ext cx="876240" cy="678960"/>
            <a:chOff x="3159360" y="4152240"/>
            <a:chExt cx="876240" cy="678960"/>
          </a:xfrm>
        </p:grpSpPr>
        <p:sp>
          <p:nvSpPr>
            <p:cNvPr id="446" name="Freeform 57"/>
            <p:cNvSpPr/>
            <p:nvPr/>
          </p:nvSpPr>
          <p:spPr>
            <a:xfrm>
              <a:off x="3159360" y="4296600"/>
              <a:ext cx="876240" cy="534240"/>
            </a:xfrm>
            <a:custGeom>
              <a:avLst/>
              <a:gdLst>
                <a:gd name="textAreaLeft" fmla="*/ 0 w 876240"/>
                <a:gd name="textAreaRight" fmla="*/ 876600 w 87624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230918" h="140842">
                  <a:moveTo>
                    <a:pt x="0" y="0"/>
                  </a:moveTo>
                  <a:lnTo>
                    <a:pt x="230918" y="0"/>
                  </a:lnTo>
                  <a:lnTo>
                    <a:pt x="230918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7" name="TextBox 58"/>
            <p:cNvSpPr/>
            <p:nvPr/>
          </p:nvSpPr>
          <p:spPr>
            <a:xfrm>
              <a:off x="3159360" y="4152240"/>
              <a:ext cx="87624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48" name="TextBox 59"/>
          <p:cNvSpPr/>
          <p:nvPr/>
        </p:nvSpPr>
        <p:spPr>
          <a:xfrm>
            <a:off x="2233080" y="3061080"/>
            <a:ext cx="14889960" cy="22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The HTML &lt;br&gt; element defines a line break.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Use &lt;br&gt; if you want a line break (a new line) without starting a new paragraph: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49" name="Group 60"/>
          <p:cNvGrpSpPr/>
          <p:nvPr/>
        </p:nvGrpSpPr>
        <p:grpSpPr>
          <a:xfrm>
            <a:off x="3740760" y="681840"/>
            <a:ext cx="1366920" cy="594720"/>
            <a:chOff x="3740760" y="681840"/>
            <a:chExt cx="1366920" cy="594720"/>
          </a:xfrm>
        </p:grpSpPr>
        <p:sp>
          <p:nvSpPr>
            <p:cNvPr id="450" name="Freeform 61"/>
            <p:cNvSpPr/>
            <p:nvPr/>
          </p:nvSpPr>
          <p:spPr>
            <a:xfrm>
              <a:off x="3740760" y="826560"/>
              <a:ext cx="1366920" cy="450000"/>
            </a:xfrm>
            <a:custGeom>
              <a:avLst/>
              <a:gdLst>
                <a:gd name="textAreaLeft" fmla="*/ 0 w 1366920"/>
                <a:gd name="textAreaRight" fmla="*/ 1367280 w 1366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1" name="TextBox 62"/>
            <p:cNvSpPr/>
            <p:nvPr/>
          </p:nvSpPr>
          <p:spPr>
            <a:xfrm>
              <a:off x="3740760" y="681840"/>
              <a:ext cx="1366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52" name="TextBox 63"/>
          <p:cNvSpPr/>
          <p:nvPr/>
        </p:nvSpPr>
        <p:spPr>
          <a:xfrm>
            <a:off x="3903480" y="8348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H_Rules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53" name="Group 64"/>
          <p:cNvGrpSpPr/>
          <p:nvPr/>
        </p:nvGrpSpPr>
        <p:grpSpPr>
          <a:xfrm>
            <a:off x="1740600" y="4425120"/>
            <a:ext cx="277920" cy="277920"/>
            <a:chOff x="1740600" y="4425120"/>
            <a:chExt cx="277920" cy="277920"/>
          </a:xfrm>
        </p:grpSpPr>
        <p:sp>
          <p:nvSpPr>
            <p:cNvPr id="454" name="Freeform 65"/>
            <p:cNvSpPr/>
            <p:nvPr/>
          </p:nvSpPr>
          <p:spPr>
            <a:xfrm>
              <a:off x="1740600" y="44251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5" name="TextBox 66"/>
            <p:cNvSpPr/>
            <p:nvPr/>
          </p:nvSpPr>
          <p:spPr>
            <a:xfrm>
              <a:off x="1766520" y="44380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56" name="Group 67"/>
          <p:cNvGrpSpPr/>
          <p:nvPr/>
        </p:nvGrpSpPr>
        <p:grpSpPr>
          <a:xfrm>
            <a:off x="1727640" y="5901840"/>
            <a:ext cx="277920" cy="277920"/>
            <a:chOff x="1727640" y="5901840"/>
            <a:chExt cx="277920" cy="277920"/>
          </a:xfrm>
        </p:grpSpPr>
        <p:sp>
          <p:nvSpPr>
            <p:cNvPr id="457" name="Freeform 68"/>
            <p:cNvSpPr/>
            <p:nvPr/>
          </p:nvSpPr>
          <p:spPr>
            <a:xfrm>
              <a:off x="1727640" y="590184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8" name="TextBox 69"/>
            <p:cNvSpPr/>
            <p:nvPr/>
          </p:nvSpPr>
          <p:spPr>
            <a:xfrm>
              <a:off x="1753560" y="591480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59" name="TextBox 70"/>
          <p:cNvSpPr/>
          <p:nvPr/>
        </p:nvSpPr>
        <p:spPr>
          <a:xfrm>
            <a:off x="2233080" y="5655960"/>
            <a:ext cx="2921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60" name="Group 71"/>
          <p:cNvGrpSpPr/>
          <p:nvPr/>
        </p:nvGrpSpPr>
        <p:grpSpPr>
          <a:xfrm>
            <a:off x="7841880" y="6566400"/>
            <a:ext cx="839880" cy="642960"/>
            <a:chOff x="7841880" y="6566400"/>
            <a:chExt cx="839880" cy="642960"/>
          </a:xfrm>
        </p:grpSpPr>
        <p:sp>
          <p:nvSpPr>
            <p:cNvPr id="461" name="Freeform 72"/>
            <p:cNvSpPr/>
            <p:nvPr/>
          </p:nvSpPr>
          <p:spPr>
            <a:xfrm>
              <a:off x="7841880" y="6711120"/>
              <a:ext cx="839880" cy="498240"/>
            </a:xfrm>
            <a:custGeom>
              <a:avLst/>
              <a:gdLst>
                <a:gd name="textAreaLeft" fmla="*/ 0 w 839880"/>
                <a:gd name="textAreaRight" fmla="*/ 840240 w 83988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21343" h="131356">
                  <a:moveTo>
                    <a:pt x="0" y="0"/>
                  </a:moveTo>
                  <a:lnTo>
                    <a:pt x="221343" y="0"/>
                  </a:lnTo>
                  <a:lnTo>
                    <a:pt x="221343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2" name="TextBox 73"/>
            <p:cNvSpPr/>
            <p:nvPr/>
          </p:nvSpPr>
          <p:spPr>
            <a:xfrm>
              <a:off x="7841880" y="6566400"/>
              <a:ext cx="83988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63" name="Group 74"/>
          <p:cNvGrpSpPr/>
          <p:nvPr/>
        </p:nvGrpSpPr>
        <p:grpSpPr>
          <a:xfrm>
            <a:off x="4501440" y="6566400"/>
            <a:ext cx="839880" cy="642960"/>
            <a:chOff x="4501440" y="6566400"/>
            <a:chExt cx="839880" cy="642960"/>
          </a:xfrm>
        </p:grpSpPr>
        <p:sp>
          <p:nvSpPr>
            <p:cNvPr id="464" name="Freeform 75"/>
            <p:cNvSpPr/>
            <p:nvPr/>
          </p:nvSpPr>
          <p:spPr>
            <a:xfrm>
              <a:off x="4501440" y="6711120"/>
              <a:ext cx="839880" cy="498240"/>
            </a:xfrm>
            <a:custGeom>
              <a:avLst/>
              <a:gdLst>
                <a:gd name="textAreaLeft" fmla="*/ 0 w 839880"/>
                <a:gd name="textAreaRight" fmla="*/ 840240 w 83988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21343" h="131356">
                  <a:moveTo>
                    <a:pt x="0" y="0"/>
                  </a:moveTo>
                  <a:lnTo>
                    <a:pt x="221343" y="0"/>
                  </a:lnTo>
                  <a:lnTo>
                    <a:pt x="221343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5" name="TextBox 76"/>
            <p:cNvSpPr/>
            <p:nvPr/>
          </p:nvSpPr>
          <p:spPr>
            <a:xfrm>
              <a:off x="4501440" y="6566400"/>
              <a:ext cx="83988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66" name="TextBox 77"/>
          <p:cNvSpPr/>
          <p:nvPr/>
        </p:nvSpPr>
        <p:spPr>
          <a:xfrm>
            <a:off x="2233080" y="6587280"/>
            <a:ext cx="11569320" cy="11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&lt;p&gt;This is&lt;br&gt;a paragraph&lt;br&gt;with line breaks.&lt;/p&gt;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67" name="Group 78"/>
          <p:cNvGrpSpPr/>
          <p:nvPr/>
        </p:nvGrpSpPr>
        <p:grpSpPr>
          <a:xfrm>
            <a:off x="5108040" y="696240"/>
            <a:ext cx="2039400" cy="594720"/>
            <a:chOff x="5108040" y="696240"/>
            <a:chExt cx="2039400" cy="594720"/>
          </a:xfrm>
        </p:grpSpPr>
        <p:grpSp>
          <p:nvGrpSpPr>
            <p:cNvPr id="468" name="Group 79"/>
            <p:cNvGrpSpPr/>
            <p:nvPr/>
          </p:nvGrpSpPr>
          <p:grpSpPr>
            <a:xfrm>
              <a:off x="5108040" y="696240"/>
              <a:ext cx="2039400" cy="594720"/>
              <a:chOff x="5108040" y="696240"/>
              <a:chExt cx="2039400" cy="594720"/>
            </a:xfrm>
          </p:grpSpPr>
          <p:sp>
            <p:nvSpPr>
              <p:cNvPr id="469" name="Freeform 80"/>
              <p:cNvSpPr/>
              <p:nvPr/>
            </p:nvSpPr>
            <p:spPr>
              <a:xfrm>
                <a:off x="5108040" y="840960"/>
                <a:ext cx="2039400" cy="450000"/>
              </a:xfrm>
              <a:custGeom>
                <a:avLst/>
                <a:gdLst>
                  <a:gd name="textAreaLeft" fmla="*/ 0 w 2039400"/>
                  <a:gd name="textAreaRight" fmla="*/ 2039760 w 2039400"/>
                  <a:gd name="textAreaTop" fmla="*/ 0 h 450000"/>
                  <a:gd name="textAreaBottom" fmla="*/ 450360 h 450000"/>
                </a:gdLst>
                <a:ahLst/>
                <a:rect l="textAreaLeft" t="textAreaTop" r="textAreaRight" b="textAreaBottom"/>
                <a:pathLst>
                  <a:path w="537250" h="118584">
                    <a:moveTo>
                      <a:pt x="0" y="0"/>
                    </a:moveTo>
                    <a:lnTo>
                      <a:pt x="537250" y="0"/>
                    </a:lnTo>
                    <a:lnTo>
                      <a:pt x="537250" y="118584"/>
                    </a:lnTo>
                    <a:lnTo>
                      <a:pt x="0" y="118584"/>
                    </a:lnTo>
                    <a:close/>
                  </a:path>
                </a:pathLst>
              </a:custGeom>
              <a:solidFill>
                <a:srgbClr val="23222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PH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70" name="TextBox 81"/>
              <p:cNvSpPr/>
              <p:nvPr/>
            </p:nvSpPr>
            <p:spPr>
              <a:xfrm>
                <a:off x="5108040" y="696240"/>
                <a:ext cx="2039400" cy="594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659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471" name="TextBox 82"/>
            <p:cNvSpPr/>
            <p:nvPr/>
          </p:nvSpPr>
          <p:spPr>
            <a:xfrm>
              <a:off x="5298120" y="854640"/>
              <a:ext cx="1380960" cy="338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659"/>
                </a:lnSpc>
              </a:pPr>
              <a:r>
                <a:rPr b="0" lang="en-US" sz="1900" spc="-1" strike="noStrike">
                  <a:solidFill>
                    <a:srgbClr val="ffffff"/>
                  </a:solidFill>
                  <a:latin typeface="Consolas"/>
                  <a:ea typeface="Consolas"/>
                </a:rPr>
                <a:t>L_Breaks</a:t>
              </a:r>
              <a:endParaRPr b="0" lang="en-PH" sz="19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2" name="Freeform 83"/>
            <p:cNvSpPr/>
            <p:nvPr/>
          </p:nvSpPr>
          <p:spPr>
            <a:xfrm>
              <a:off x="6502320" y="1003680"/>
              <a:ext cx="128160" cy="123840"/>
            </a:xfrm>
            <a:custGeom>
              <a:avLst/>
              <a:gdLst>
                <a:gd name="textAreaLeft" fmla="*/ 0 w 128160"/>
                <a:gd name="textAreaRight" fmla="*/ 128520 w 128160"/>
                <a:gd name="textAreaTop" fmla="*/ 0 h 123840"/>
                <a:gd name="textAreaBottom" fmla="*/ 124200 h 123840"/>
              </a:gdLst>
              <a:ahLst/>
              <a:rect l="textAreaLeft" t="textAreaTop" r="textAreaRight" b="textAreaBottom"/>
              <a:pathLst>
                <a:path w="171448" h="165837">
                  <a:moveTo>
                    <a:pt x="0" y="0"/>
                  </a:moveTo>
                  <a:lnTo>
                    <a:pt x="171449" y="0"/>
                  </a:lnTo>
                  <a:lnTo>
                    <a:pt x="171449" y="165838"/>
                  </a:lnTo>
                  <a:lnTo>
                    <a:pt x="0" y="1658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roup 2"/>
          <p:cNvGrpSpPr/>
          <p:nvPr/>
        </p:nvGrpSpPr>
        <p:grpSpPr>
          <a:xfrm>
            <a:off x="3805200" y="1584720"/>
            <a:ext cx="4158720" cy="999720"/>
            <a:chOff x="3805200" y="1584720"/>
            <a:chExt cx="4158720" cy="999720"/>
          </a:xfrm>
        </p:grpSpPr>
        <p:sp>
          <p:nvSpPr>
            <p:cNvPr id="474" name="Freeform 3"/>
            <p:cNvSpPr/>
            <p:nvPr/>
          </p:nvSpPr>
          <p:spPr>
            <a:xfrm>
              <a:off x="3805200" y="1729440"/>
              <a:ext cx="4158720" cy="855000"/>
            </a:xfrm>
            <a:custGeom>
              <a:avLst/>
              <a:gdLst>
                <a:gd name="textAreaLeft" fmla="*/ 0 w 4158720"/>
                <a:gd name="textAreaRight" fmla="*/ 4159080 w 415872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1095388" h="225313">
                  <a:moveTo>
                    <a:pt x="0" y="0"/>
                  </a:moveTo>
                  <a:lnTo>
                    <a:pt x="1095388" y="0"/>
                  </a:lnTo>
                  <a:lnTo>
                    <a:pt x="1095388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5" name="TextBox 4"/>
            <p:cNvSpPr/>
            <p:nvPr/>
          </p:nvSpPr>
          <p:spPr>
            <a:xfrm>
              <a:off x="3805200" y="1584720"/>
              <a:ext cx="415872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76" name="Group 5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477" name="Freeform 6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8" name="TextBox 7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79" name="Freeform 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80" name="Group 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481" name="Freeform 1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2" name="TextBox 1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83" name="Freeform 1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84" name="Group 1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485" name="Freeform 1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6" name="TextBox 1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87" name="Freeform 1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Freeform 1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Freeform 1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Freeform 1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Freeform 2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92" name="Group 2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493" name="Freeform 2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4" name="TextBox 2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95" name="Freeform 2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Freeform 2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97" name="Group 2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498" name="Freeform 2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9" name="TextBox 2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00" name="TextBox 29"/>
          <p:cNvSpPr/>
          <p:nvPr/>
        </p:nvSpPr>
        <p:spPr>
          <a:xfrm>
            <a:off x="1917360" y="1748520"/>
            <a:ext cx="604656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LINE BREAKS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Box 30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Box 31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Box 32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Box 33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Box 34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Box 35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Box 36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TextBox 37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AutoShape 38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10" name="Group 39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511" name="Freeform 40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2" name="TextBox 41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13" name="Group 42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514" name="Freeform 43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5" name="TextBox 44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16" name="Group 45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517" name="Freeform 46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8" name="TextBox 47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19" name="TextBox 48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20" name="Group 49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521" name="Freeform 50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2" name="TextBox 51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23" name="TextBox 52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24" name="Group 53"/>
          <p:cNvGrpSpPr/>
          <p:nvPr/>
        </p:nvGrpSpPr>
        <p:grpSpPr>
          <a:xfrm>
            <a:off x="3114000" y="3022200"/>
            <a:ext cx="902880" cy="667800"/>
            <a:chOff x="3114000" y="3022200"/>
            <a:chExt cx="902880" cy="667800"/>
          </a:xfrm>
        </p:grpSpPr>
        <p:sp>
          <p:nvSpPr>
            <p:cNvPr id="525" name="Freeform 54"/>
            <p:cNvSpPr/>
            <p:nvPr/>
          </p:nvSpPr>
          <p:spPr>
            <a:xfrm>
              <a:off x="3114000" y="3166920"/>
              <a:ext cx="902880" cy="523080"/>
            </a:xfrm>
            <a:custGeom>
              <a:avLst/>
              <a:gdLst>
                <a:gd name="textAreaLeft" fmla="*/ 0 w 902880"/>
                <a:gd name="textAreaRight" fmla="*/ 903240 w 90288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37923" h="137899">
                  <a:moveTo>
                    <a:pt x="0" y="0"/>
                  </a:moveTo>
                  <a:lnTo>
                    <a:pt x="237923" y="0"/>
                  </a:lnTo>
                  <a:lnTo>
                    <a:pt x="23792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6" name="TextBox 55"/>
            <p:cNvSpPr/>
            <p:nvPr/>
          </p:nvSpPr>
          <p:spPr>
            <a:xfrm>
              <a:off x="3114000" y="3022200"/>
              <a:ext cx="90288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27" name="TextBox 56"/>
          <p:cNvSpPr/>
          <p:nvPr/>
        </p:nvSpPr>
        <p:spPr>
          <a:xfrm>
            <a:off x="2233080" y="3061080"/>
            <a:ext cx="14889960" cy="11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The &lt;br&gt; tag is an empty tag, which means that it has no end tag.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28" name="Group 57"/>
          <p:cNvGrpSpPr/>
          <p:nvPr/>
        </p:nvGrpSpPr>
        <p:grpSpPr>
          <a:xfrm>
            <a:off x="3740760" y="681840"/>
            <a:ext cx="1366920" cy="594720"/>
            <a:chOff x="3740760" y="681840"/>
            <a:chExt cx="1366920" cy="594720"/>
          </a:xfrm>
        </p:grpSpPr>
        <p:sp>
          <p:nvSpPr>
            <p:cNvPr id="529" name="Freeform 58"/>
            <p:cNvSpPr/>
            <p:nvPr/>
          </p:nvSpPr>
          <p:spPr>
            <a:xfrm>
              <a:off x="3740760" y="826560"/>
              <a:ext cx="1366920" cy="450000"/>
            </a:xfrm>
            <a:custGeom>
              <a:avLst/>
              <a:gdLst>
                <a:gd name="textAreaLeft" fmla="*/ 0 w 1366920"/>
                <a:gd name="textAreaRight" fmla="*/ 1367280 w 1366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0" name="TextBox 59"/>
            <p:cNvSpPr/>
            <p:nvPr/>
          </p:nvSpPr>
          <p:spPr>
            <a:xfrm>
              <a:off x="3740760" y="681840"/>
              <a:ext cx="1366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31" name="TextBox 60"/>
          <p:cNvSpPr/>
          <p:nvPr/>
        </p:nvSpPr>
        <p:spPr>
          <a:xfrm>
            <a:off x="3903480" y="8348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H_Rules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32" name="Group 61"/>
          <p:cNvGrpSpPr/>
          <p:nvPr/>
        </p:nvGrpSpPr>
        <p:grpSpPr>
          <a:xfrm>
            <a:off x="5108040" y="696240"/>
            <a:ext cx="2039400" cy="594720"/>
            <a:chOff x="5108040" y="696240"/>
            <a:chExt cx="2039400" cy="594720"/>
          </a:xfrm>
        </p:grpSpPr>
        <p:grpSp>
          <p:nvGrpSpPr>
            <p:cNvPr id="533" name="Group 62"/>
            <p:cNvGrpSpPr/>
            <p:nvPr/>
          </p:nvGrpSpPr>
          <p:grpSpPr>
            <a:xfrm>
              <a:off x="5108040" y="696240"/>
              <a:ext cx="2039400" cy="594720"/>
              <a:chOff x="5108040" y="696240"/>
              <a:chExt cx="2039400" cy="594720"/>
            </a:xfrm>
          </p:grpSpPr>
          <p:sp>
            <p:nvSpPr>
              <p:cNvPr id="534" name="Freeform 63"/>
              <p:cNvSpPr/>
              <p:nvPr/>
            </p:nvSpPr>
            <p:spPr>
              <a:xfrm>
                <a:off x="5108040" y="840960"/>
                <a:ext cx="2039400" cy="450000"/>
              </a:xfrm>
              <a:custGeom>
                <a:avLst/>
                <a:gdLst>
                  <a:gd name="textAreaLeft" fmla="*/ 0 w 2039400"/>
                  <a:gd name="textAreaRight" fmla="*/ 2039760 w 2039400"/>
                  <a:gd name="textAreaTop" fmla="*/ 0 h 450000"/>
                  <a:gd name="textAreaBottom" fmla="*/ 450360 h 450000"/>
                </a:gdLst>
                <a:ahLst/>
                <a:rect l="textAreaLeft" t="textAreaTop" r="textAreaRight" b="textAreaBottom"/>
                <a:pathLst>
                  <a:path w="537250" h="118584">
                    <a:moveTo>
                      <a:pt x="0" y="0"/>
                    </a:moveTo>
                    <a:lnTo>
                      <a:pt x="537250" y="0"/>
                    </a:lnTo>
                    <a:lnTo>
                      <a:pt x="537250" y="118584"/>
                    </a:lnTo>
                    <a:lnTo>
                      <a:pt x="0" y="118584"/>
                    </a:lnTo>
                    <a:close/>
                  </a:path>
                </a:pathLst>
              </a:custGeom>
              <a:solidFill>
                <a:srgbClr val="23222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PH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35" name="TextBox 64"/>
              <p:cNvSpPr/>
              <p:nvPr/>
            </p:nvSpPr>
            <p:spPr>
              <a:xfrm>
                <a:off x="5108040" y="696240"/>
                <a:ext cx="2039400" cy="594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659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536" name="TextBox 65"/>
            <p:cNvSpPr/>
            <p:nvPr/>
          </p:nvSpPr>
          <p:spPr>
            <a:xfrm>
              <a:off x="5298120" y="854640"/>
              <a:ext cx="1380960" cy="338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659"/>
                </a:lnSpc>
              </a:pPr>
              <a:r>
                <a:rPr b="0" lang="en-US" sz="1900" spc="-1" strike="noStrike">
                  <a:solidFill>
                    <a:srgbClr val="ffffff"/>
                  </a:solidFill>
                  <a:latin typeface="Consolas"/>
                  <a:ea typeface="Consolas"/>
                </a:rPr>
                <a:t>L_Breaks</a:t>
              </a:r>
              <a:endParaRPr b="0" lang="en-PH" sz="19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7" name="Freeform 66"/>
            <p:cNvSpPr/>
            <p:nvPr/>
          </p:nvSpPr>
          <p:spPr>
            <a:xfrm>
              <a:off x="6502320" y="1003680"/>
              <a:ext cx="128160" cy="123840"/>
            </a:xfrm>
            <a:custGeom>
              <a:avLst/>
              <a:gdLst>
                <a:gd name="textAreaLeft" fmla="*/ 0 w 128160"/>
                <a:gd name="textAreaRight" fmla="*/ 128520 w 128160"/>
                <a:gd name="textAreaTop" fmla="*/ 0 h 123840"/>
                <a:gd name="textAreaBottom" fmla="*/ 124200 h 123840"/>
              </a:gdLst>
              <a:ahLst/>
              <a:rect l="textAreaLeft" t="textAreaTop" r="textAreaRight" b="textAreaBottom"/>
              <a:pathLst>
                <a:path w="171448" h="165837">
                  <a:moveTo>
                    <a:pt x="0" y="0"/>
                  </a:moveTo>
                  <a:lnTo>
                    <a:pt x="171449" y="0"/>
                  </a:lnTo>
                  <a:lnTo>
                    <a:pt x="171449" y="165838"/>
                  </a:lnTo>
                  <a:lnTo>
                    <a:pt x="0" y="1658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roup 2"/>
          <p:cNvGrpSpPr/>
          <p:nvPr/>
        </p:nvGrpSpPr>
        <p:grpSpPr>
          <a:xfrm>
            <a:off x="3805200" y="1584720"/>
            <a:ext cx="1995840" cy="999720"/>
            <a:chOff x="3805200" y="1584720"/>
            <a:chExt cx="1995840" cy="999720"/>
          </a:xfrm>
        </p:grpSpPr>
        <p:sp>
          <p:nvSpPr>
            <p:cNvPr id="539" name="Freeform 3"/>
            <p:cNvSpPr/>
            <p:nvPr/>
          </p:nvSpPr>
          <p:spPr>
            <a:xfrm>
              <a:off x="3805200" y="1729440"/>
              <a:ext cx="1995840" cy="855000"/>
            </a:xfrm>
            <a:custGeom>
              <a:avLst/>
              <a:gdLst>
                <a:gd name="textAreaLeft" fmla="*/ 0 w 1995840"/>
                <a:gd name="textAreaRight" fmla="*/ 1996200 w 199584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525717" h="225313">
                  <a:moveTo>
                    <a:pt x="0" y="0"/>
                  </a:moveTo>
                  <a:lnTo>
                    <a:pt x="525717" y="0"/>
                  </a:lnTo>
                  <a:lnTo>
                    <a:pt x="525717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0" name="TextBox 4"/>
            <p:cNvSpPr/>
            <p:nvPr/>
          </p:nvSpPr>
          <p:spPr>
            <a:xfrm>
              <a:off x="3805200" y="1584720"/>
              <a:ext cx="199584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41" name="Group 5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542" name="Freeform 6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3" name="TextBox 7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44" name="Freeform 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45" name="Group 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546" name="Freeform 1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7" name="TextBox 1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48" name="Freeform 1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49" name="Group 1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550" name="Freeform 1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1" name="TextBox 1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52" name="Freeform 1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Freeform 1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Freeform 1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Freeform 1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Freeform 2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57" name="Group 2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558" name="Freeform 2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9" name="TextBox 2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60" name="Freeform 2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Freeform 2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62" name="Group 2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563" name="Freeform 2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4" name="TextBox 2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65" name="TextBox 29"/>
          <p:cNvSpPr/>
          <p:nvPr/>
        </p:nvSpPr>
        <p:spPr>
          <a:xfrm>
            <a:off x="1917360" y="1748520"/>
            <a:ext cx="388332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LINKS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TextBox 30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Box 31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Box 32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Box 33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Box 34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Box 35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Box 36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TextBox 37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AutoShape 38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75" name="Group 39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576" name="Freeform 40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7" name="TextBox 41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78" name="Group 42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579" name="Freeform 43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0" name="TextBox 44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81" name="Group 45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582" name="Freeform 46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3" name="TextBox 47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84" name="TextBox 48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85" name="Group 49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586" name="Freeform 50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7" name="TextBox 51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88" name="TextBox 52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89" name="Group 53"/>
          <p:cNvGrpSpPr/>
          <p:nvPr/>
        </p:nvGrpSpPr>
        <p:grpSpPr>
          <a:xfrm>
            <a:off x="9256680" y="3040200"/>
            <a:ext cx="902880" cy="667800"/>
            <a:chOff x="9256680" y="3040200"/>
            <a:chExt cx="902880" cy="667800"/>
          </a:xfrm>
        </p:grpSpPr>
        <p:sp>
          <p:nvSpPr>
            <p:cNvPr id="590" name="Freeform 54"/>
            <p:cNvSpPr/>
            <p:nvPr/>
          </p:nvSpPr>
          <p:spPr>
            <a:xfrm>
              <a:off x="9256680" y="3184920"/>
              <a:ext cx="902880" cy="523080"/>
            </a:xfrm>
            <a:custGeom>
              <a:avLst/>
              <a:gdLst>
                <a:gd name="textAreaLeft" fmla="*/ 0 w 902880"/>
                <a:gd name="textAreaRight" fmla="*/ 903240 w 90288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37923" h="137899">
                  <a:moveTo>
                    <a:pt x="0" y="0"/>
                  </a:moveTo>
                  <a:lnTo>
                    <a:pt x="237923" y="0"/>
                  </a:lnTo>
                  <a:lnTo>
                    <a:pt x="23792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1" name="TextBox 55"/>
            <p:cNvSpPr/>
            <p:nvPr/>
          </p:nvSpPr>
          <p:spPr>
            <a:xfrm>
              <a:off x="9256680" y="3040200"/>
              <a:ext cx="90288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92" name="TextBox 56"/>
          <p:cNvSpPr/>
          <p:nvPr/>
        </p:nvSpPr>
        <p:spPr>
          <a:xfrm>
            <a:off x="2233080" y="3061080"/>
            <a:ext cx="9145440" cy="11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HTML links are defined with the &lt;a&gt; tag: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93" name="Group 57"/>
          <p:cNvGrpSpPr/>
          <p:nvPr/>
        </p:nvGrpSpPr>
        <p:grpSpPr>
          <a:xfrm>
            <a:off x="3740760" y="681840"/>
            <a:ext cx="1366920" cy="594720"/>
            <a:chOff x="3740760" y="681840"/>
            <a:chExt cx="1366920" cy="594720"/>
          </a:xfrm>
        </p:grpSpPr>
        <p:sp>
          <p:nvSpPr>
            <p:cNvPr id="594" name="Freeform 58"/>
            <p:cNvSpPr/>
            <p:nvPr/>
          </p:nvSpPr>
          <p:spPr>
            <a:xfrm>
              <a:off x="3740760" y="826560"/>
              <a:ext cx="1366920" cy="450000"/>
            </a:xfrm>
            <a:custGeom>
              <a:avLst/>
              <a:gdLst>
                <a:gd name="textAreaLeft" fmla="*/ 0 w 1366920"/>
                <a:gd name="textAreaRight" fmla="*/ 1367280 w 1366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5" name="TextBox 59"/>
            <p:cNvSpPr/>
            <p:nvPr/>
          </p:nvSpPr>
          <p:spPr>
            <a:xfrm>
              <a:off x="3740760" y="681840"/>
              <a:ext cx="1366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96" name="TextBox 60"/>
          <p:cNvSpPr/>
          <p:nvPr/>
        </p:nvSpPr>
        <p:spPr>
          <a:xfrm>
            <a:off x="3903480" y="8348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H_Rules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97" name="Group 61"/>
          <p:cNvGrpSpPr/>
          <p:nvPr/>
        </p:nvGrpSpPr>
        <p:grpSpPr>
          <a:xfrm>
            <a:off x="1740600" y="4425120"/>
            <a:ext cx="277920" cy="277920"/>
            <a:chOff x="1740600" y="4425120"/>
            <a:chExt cx="277920" cy="277920"/>
          </a:xfrm>
        </p:grpSpPr>
        <p:sp>
          <p:nvSpPr>
            <p:cNvPr id="598" name="Freeform 62"/>
            <p:cNvSpPr/>
            <p:nvPr/>
          </p:nvSpPr>
          <p:spPr>
            <a:xfrm>
              <a:off x="1740600" y="44251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9" name="TextBox 63"/>
            <p:cNvSpPr/>
            <p:nvPr/>
          </p:nvSpPr>
          <p:spPr>
            <a:xfrm>
              <a:off x="1766520" y="44380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00" name="TextBox 64"/>
          <p:cNvSpPr/>
          <p:nvPr/>
        </p:nvSpPr>
        <p:spPr>
          <a:xfrm>
            <a:off x="2233080" y="4189320"/>
            <a:ext cx="2921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01" name="Group 65"/>
          <p:cNvGrpSpPr/>
          <p:nvPr/>
        </p:nvGrpSpPr>
        <p:grpSpPr>
          <a:xfrm>
            <a:off x="2233080" y="5080680"/>
            <a:ext cx="9348120" cy="678960"/>
            <a:chOff x="2233080" y="5080680"/>
            <a:chExt cx="9348120" cy="678960"/>
          </a:xfrm>
        </p:grpSpPr>
        <p:sp>
          <p:nvSpPr>
            <p:cNvPr id="602" name="Freeform 66"/>
            <p:cNvSpPr/>
            <p:nvPr/>
          </p:nvSpPr>
          <p:spPr>
            <a:xfrm>
              <a:off x="2233080" y="5225400"/>
              <a:ext cx="9348120" cy="534240"/>
            </a:xfrm>
            <a:custGeom>
              <a:avLst/>
              <a:gdLst>
                <a:gd name="textAreaLeft" fmla="*/ 0 w 9348120"/>
                <a:gd name="textAreaRight" fmla="*/ 9348480 w 934812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2462152" h="140842">
                  <a:moveTo>
                    <a:pt x="0" y="0"/>
                  </a:moveTo>
                  <a:lnTo>
                    <a:pt x="2462152" y="0"/>
                  </a:lnTo>
                  <a:lnTo>
                    <a:pt x="2462152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3" name="TextBox 67"/>
            <p:cNvSpPr/>
            <p:nvPr/>
          </p:nvSpPr>
          <p:spPr>
            <a:xfrm>
              <a:off x="2233080" y="5080680"/>
              <a:ext cx="934812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04" name="Group 68"/>
          <p:cNvGrpSpPr/>
          <p:nvPr/>
        </p:nvGrpSpPr>
        <p:grpSpPr>
          <a:xfrm>
            <a:off x="14754960" y="5053680"/>
            <a:ext cx="828720" cy="678960"/>
            <a:chOff x="14754960" y="5053680"/>
            <a:chExt cx="828720" cy="678960"/>
          </a:xfrm>
        </p:grpSpPr>
        <p:sp>
          <p:nvSpPr>
            <p:cNvPr id="605" name="Freeform 69"/>
            <p:cNvSpPr/>
            <p:nvPr/>
          </p:nvSpPr>
          <p:spPr>
            <a:xfrm>
              <a:off x="14754960" y="5198400"/>
              <a:ext cx="828720" cy="534240"/>
            </a:xfrm>
            <a:custGeom>
              <a:avLst/>
              <a:gdLst>
                <a:gd name="textAreaLeft" fmla="*/ 0 w 828720"/>
                <a:gd name="textAreaRight" fmla="*/ 829080 w 82872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218367" h="140842">
                  <a:moveTo>
                    <a:pt x="0" y="0"/>
                  </a:moveTo>
                  <a:lnTo>
                    <a:pt x="218367" y="0"/>
                  </a:lnTo>
                  <a:lnTo>
                    <a:pt x="218367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6" name="TextBox 70"/>
            <p:cNvSpPr/>
            <p:nvPr/>
          </p:nvSpPr>
          <p:spPr>
            <a:xfrm>
              <a:off x="14754960" y="5053680"/>
              <a:ext cx="82872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07" name="TextBox 71"/>
          <p:cNvSpPr/>
          <p:nvPr/>
        </p:nvSpPr>
        <p:spPr>
          <a:xfrm>
            <a:off x="2233080" y="5101560"/>
            <a:ext cx="13563000" cy="11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&lt;a href="https://www.reallygreatsite.com"&gt;This is a link&lt;/a&gt;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08" name="Group 72"/>
          <p:cNvGrpSpPr/>
          <p:nvPr/>
        </p:nvGrpSpPr>
        <p:grpSpPr>
          <a:xfrm>
            <a:off x="5108040" y="684720"/>
            <a:ext cx="1385640" cy="594720"/>
            <a:chOff x="5108040" y="684720"/>
            <a:chExt cx="1385640" cy="594720"/>
          </a:xfrm>
        </p:grpSpPr>
        <p:sp>
          <p:nvSpPr>
            <p:cNvPr id="609" name="Freeform 73"/>
            <p:cNvSpPr/>
            <p:nvPr/>
          </p:nvSpPr>
          <p:spPr>
            <a:xfrm>
              <a:off x="5108040" y="829080"/>
              <a:ext cx="1385640" cy="450000"/>
            </a:xfrm>
            <a:custGeom>
              <a:avLst/>
              <a:gdLst>
                <a:gd name="textAreaLeft" fmla="*/ 0 w 1385640"/>
                <a:gd name="textAreaRight" fmla="*/ 1386000 w 1385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0" name="TextBox 74"/>
            <p:cNvSpPr/>
            <p:nvPr/>
          </p:nvSpPr>
          <p:spPr>
            <a:xfrm>
              <a:off x="5108040" y="684720"/>
              <a:ext cx="1385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11" name="TextBox 75"/>
          <p:cNvSpPr/>
          <p:nvPr/>
        </p:nvSpPr>
        <p:spPr>
          <a:xfrm>
            <a:off x="5257800" y="835560"/>
            <a:ext cx="10857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L_Breaks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12" name="Group 76"/>
          <p:cNvGrpSpPr/>
          <p:nvPr/>
        </p:nvGrpSpPr>
        <p:grpSpPr>
          <a:xfrm>
            <a:off x="1740600" y="6281640"/>
            <a:ext cx="277920" cy="277920"/>
            <a:chOff x="1740600" y="6281640"/>
            <a:chExt cx="277920" cy="277920"/>
          </a:xfrm>
        </p:grpSpPr>
        <p:sp>
          <p:nvSpPr>
            <p:cNvPr id="613" name="Freeform 77"/>
            <p:cNvSpPr/>
            <p:nvPr/>
          </p:nvSpPr>
          <p:spPr>
            <a:xfrm>
              <a:off x="1740600" y="628164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4" name="TextBox 78"/>
            <p:cNvSpPr/>
            <p:nvPr/>
          </p:nvSpPr>
          <p:spPr>
            <a:xfrm>
              <a:off x="1766520" y="629460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15" name="TextBox 79"/>
          <p:cNvSpPr/>
          <p:nvPr/>
        </p:nvSpPr>
        <p:spPr>
          <a:xfrm>
            <a:off x="2233080" y="6056280"/>
            <a:ext cx="14275800" cy="22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The link's destination is specified in the href attribute.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Attributes are used to provide additional information about HTML elements.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16" name="Group 80"/>
          <p:cNvGrpSpPr/>
          <p:nvPr/>
        </p:nvGrpSpPr>
        <p:grpSpPr>
          <a:xfrm>
            <a:off x="1727640" y="7388280"/>
            <a:ext cx="277920" cy="277920"/>
            <a:chOff x="1727640" y="7388280"/>
            <a:chExt cx="277920" cy="277920"/>
          </a:xfrm>
        </p:grpSpPr>
        <p:sp>
          <p:nvSpPr>
            <p:cNvPr id="617" name="Freeform 81"/>
            <p:cNvSpPr/>
            <p:nvPr/>
          </p:nvSpPr>
          <p:spPr>
            <a:xfrm>
              <a:off x="1727640" y="73882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8" name="TextBox 82"/>
            <p:cNvSpPr/>
            <p:nvPr/>
          </p:nvSpPr>
          <p:spPr>
            <a:xfrm>
              <a:off x="1753560" y="74012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19" name="Group 83"/>
          <p:cNvGrpSpPr/>
          <p:nvPr/>
        </p:nvGrpSpPr>
        <p:grpSpPr>
          <a:xfrm>
            <a:off x="6494040" y="695520"/>
            <a:ext cx="1300680" cy="594720"/>
            <a:chOff x="6494040" y="695520"/>
            <a:chExt cx="1300680" cy="594720"/>
          </a:xfrm>
        </p:grpSpPr>
        <p:sp>
          <p:nvSpPr>
            <p:cNvPr id="620" name="Freeform 84"/>
            <p:cNvSpPr/>
            <p:nvPr/>
          </p:nvSpPr>
          <p:spPr>
            <a:xfrm>
              <a:off x="6494040" y="840240"/>
              <a:ext cx="1300680" cy="450000"/>
            </a:xfrm>
            <a:custGeom>
              <a:avLst/>
              <a:gdLst>
                <a:gd name="textAreaLeft" fmla="*/ 0 w 1300680"/>
                <a:gd name="textAreaRight" fmla="*/ 1301040 w 13006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42696" h="118584">
                  <a:moveTo>
                    <a:pt x="0" y="0"/>
                  </a:moveTo>
                  <a:lnTo>
                    <a:pt x="342696" y="0"/>
                  </a:lnTo>
                  <a:lnTo>
                    <a:pt x="342696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1" name="TextBox 85"/>
            <p:cNvSpPr/>
            <p:nvPr/>
          </p:nvSpPr>
          <p:spPr>
            <a:xfrm>
              <a:off x="6494040" y="695520"/>
              <a:ext cx="13006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22" name="TextBox 86"/>
          <p:cNvSpPr/>
          <p:nvPr/>
        </p:nvSpPr>
        <p:spPr>
          <a:xfrm>
            <a:off x="6646320" y="834840"/>
            <a:ext cx="749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Links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Freeform 87"/>
          <p:cNvSpPr/>
          <p:nvPr/>
        </p:nvSpPr>
        <p:spPr>
          <a:xfrm>
            <a:off x="7494120" y="1002960"/>
            <a:ext cx="128160" cy="123840"/>
          </a:xfrm>
          <a:custGeom>
            <a:avLst/>
            <a:gdLst>
              <a:gd name="textAreaLeft" fmla="*/ 0 w 128160"/>
              <a:gd name="textAreaRight" fmla="*/ 128520 w 128160"/>
              <a:gd name="textAreaTop" fmla="*/ 0 h 123840"/>
              <a:gd name="textAreaBottom" fmla="*/ 124200 h 123840"/>
            </a:gdLst>
            <a:ahLst/>
            <a:rect l="textAreaLeft" t="textAreaTop" r="textAreaRight" b="textAreaBottom"/>
            <a:pathLst>
              <a:path w="128586" h="124378">
                <a:moveTo>
                  <a:pt x="0" y="0"/>
                </a:moveTo>
                <a:lnTo>
                  <a:pt x="128587" y="0"/>
                </a:lnTo>
                <a:lnTo>
                  <a:pt x="128587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roup 2"/>
          <p:cNvGrpSpPr/>
          <p:nvPr/>
        </p:nvGrpSpPr>
        <p:grpSpPr>
          <a:xfrm>
            <a:off x="3881160" y="1584720"/>
            <a:ext cx="2462040" cy="999720"/>
            <a:chOff x="3881160" y="1584720"/>
            <a:chExt cx="2462040" cy="999720"/>
          </a:xfrm>
        </p:grpSpPr>
        <p:sp>
          <p:nvSpPr>
            <p:cNvPr id="625" name="Freeform 3"/>
            <p:cNvSpPr/>
            <p:nvPr/>
          </p:nvSpPr>
          <p:spPr>
            <a:xfrm>
              <a:off x="3881160" y="1729440"/>
              <a:ext cx="2462040" cy="855000"/>
            </a:xfrm>
            <a:custGeom>
              <a:avLst/>
              <a:gdLst>
                <a:gd name="textAreaLeft" fmla="*/ 0 w 2462040"/>
                <a:gd name="textAreaRight" fmla="*/ 2462400 w 246204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648506" h="225313">
                  <a:moveTo>
                    <a:pt x="0" y="0"/>
                  </a:moveTo>
                  <a:lnTo>
                    <a:pt x="648506" y="0"/>
                  </a:lnTo>
                  <a:lnTo>
                    <a:pt x="648506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6" name="TextBox 4"/>
            <p:cNvSpPr/>
            <p:nvPr/>
          </p:nvSpPr>
          <p:spPr>
            <a:xfrm>
              <a:off x="3881160" y="1584720"/>
              <a:ext cx="246204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27" name="Group 5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628" name="Freeform 6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9" name="TextBox 7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30" name="Freeform 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31" name="Group 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632" name="Freeform 1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3" name="TextBox 1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34" name="Freeform 1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35" name="Group 1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636" name="Freeform 1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7" name="TextBox 1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38" name="Freeform 1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Freeform 1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Freeform 1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Freeform 1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Freeform 2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43" name="Group 2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644" name="Freeform 2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5" name="TextBox 2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46" name="Freeform 2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Freeform 2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48" name="Group 2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649" name="Freeform 2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0" name="TextBox 2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51" name="TextBox 29"/>
          <p:cNvSpPr/>
          <p:nvPr/>
        </p:nvSpPr>
        <p:spPr>
          <a:xfrm>
            <a:off x="1917360" y="1748520"/>
            <a:ext cx="442584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IMAGES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TextBox 30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TextBox 31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TextBox 32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TextBox 33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TextBox 34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TextBox 35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TextBox 36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TextBox 37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AutoShape 38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61" name="Group 39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662" name="Freeform 40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3" name="TextBox 41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64" name="Group 42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665" name="Freeform 43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6" name="TextBox 44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67" name="Group 45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668" name="Freeform 46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9" name="TextBox 47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70" name="TextBox 48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71" name="Group 49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672" name="Freeform 50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3" name="TextBox 51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74" name="TextBox 52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75" name="Group 53"/>
          <p:cNvGrpSpPr/>
          <p:nvPr/>
        </p:nvGrpSpPr>
        <p:grpSpPr>
          <a:xfrm>
            <a:off x="9563400" y="3040200"/>
            <a:ext cx="1172520" cy="667800"/>
            <a:chOff x="9563400" y="3040200"/>
            <a:chExt cx="1172520" cy="667800"/>
          </a:xfrm>
        </p:grpSpPr>
        <p:sp>
          <p:nvSpPr>
            <p:cNvPr id="676" name="Freeform 54"/>
            <p:cNvSpPr/>
            <p:nvPr/>
          </p:nvSpPr>
          <p:spPr>
            <a:xfrm>
              <a:off x="9563400" y="3184920"/>
              <a:ext cx="1172520" cy="523080"/>
            </a:xfrm>
            <a:custGeom>
              <a:avLst/>
              <a:gdLst>
                <a:gd name="textAreaLeft" fmla="*/ 0 w 1172520"/>
                <a:gd name="textAreaRight" fmla="*/ 1172880 w 117252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308894" h="137899">
                  <a:moveTo>
                    <a:pt x="0" y="0"/>
                  </a:moveTo>
                  <a:lnTo>
                    <a:pt x="308894" y="0"/>
                  </a:lnTo>
                  <a:lnTo>
                    <a:pt x="308894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7" name="TextBox 55"/>
            <p:cNvSpPr/>
            <p:nvPr/>
          </p:nvSpPr>
          <p:spPr>
            <a:xfrm>
              <a:off x="9563400" y="3040200"/>
              <a:ext cx="117252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78" name="Group 56"/>
          <p:cNvGrpSpPr/>
          <p:nvPr/>
        </p:nvGrpSpPr>
        <p:grpSpPr>
          <a:xfrm>
            <a:off x="5800680" y="4170600"/>
            <a:ext cx="1110960" cy="678960"/>
            <a:chOff x="5800680" y="4170600"/>
            <a:chExt cx="1110960" cy="678960"/>
          </a:xfrm>
        </p:grpSpPr>
        <p:sp>
          <p:nvSpPr>
            <p:cNvPr id="679" name="Freeform 57"/>
            <p:cNvSpPr/>
            <p:nvPr/>
          </p:nvSpPr>
          <p:spPr>
            <a:xfrm>
              <a:off x="5800680" y="4314960"/>
              <a:ext cx="1110960" cy="534240"/>
            </a:xfrm>
            <a:custGeom>
              <a:avLst/>
              <a:gdLst>
                <a:gd name="textAreaLeft" fmla="*/ 0 w 1110960"/>
                <a:gd name="textAreaRight" fmla="*/ 1111320 w 111096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292718" h="140842">
                  <a:moveTo>
                    <a:pt x="0" y="0"/>
                  </a:moveTo>
                  <a:lnTo>
                    <a:pt x="292718" y="0"/>
                  </a:lnTo>
                  <a:lnTo>
                    <a:pt x="292718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0" name="TextBox 58"/>
            <p:cNvSpPr/>
            <p:nvPr/>
          </p:nvSpPr>
          <p:spPr>
            <a:xfrm>
              <a:off x="5800680" y="4170600"/>
              <a:ext cx="111096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81" name="Group 59"/>
          <p:cNvGrpSpPr/>
          <p:nvPr/>
        </p:nvGrpSpPr>
        <p:grpSpPr>
          <a:xfrm>
            <a:off x="11175480" y="4170600"/>
            <a:ext cx="1110960" cy="678960"/>
            <a:chOff x="11175480" y="4170600"/>
            <a:chExt cx="1110960" cy="678960"/>
          </a:xfrm>
        </p:grpSpPr>
        <p:sp>
          <p:nvSpPr>
            <p:cNvPr id="682" name="Freeform 60"/>
            <p:cNvSpPr/>
            <p:nvPr/>
          </p:nvSpPr>
          <p:spPr>
            <a:xfrm>
              <a:off x="11175480" y="4314960"/>
              <a:ext cx="1110960" cy="534240"/>
            </a:xfrm>
            <a:custGeom>
              <a:avLst/>
              <a:gdLst>
                <a:gd name="textAreaLeft" fmla="*/ 0 w 1110960"/>
                <a:gd name="textAreaRight" fmla="*/ 1111320 w 111096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292718" h="140842">
                  <a:moveTo>
                    <a:pt x="0" y="0"/>
                  </a:moveTo>
                  <a:lnTo>
                    <a:pt x="292718" y="0"/>
                  </a:lnTo>
                  <a:lnTo>
                    <a:pt x="292718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3" name="TextBox 61"/>
            <p:cNvSpPr/>
            <p:nvPr/>
          </p:nvSpPr>
          <p:spPr>
            <a:xfrm>
              <a:off x="11175480" y="4170600"/>
              <a:ext cx="111096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84" name="Group 62"/>
          <p:cNvGrpSpPr/>
          <p:nvPr/>
        </p:nvGrpSpPr>
        <p:grpSpPr>
          <a:xfrm>
            <a:off x="12598200" y="4170600"/>
            <a:ext cx="1303560" cy="678960"/>
            <a:chOff x="12598200" y="4170600"/>
            <a:chExt cx="1303560" cy="678960"/>
          </a:xfrm>
        </p:grpSpPr>
        <p:sp>
          <p:nvSpPr>
            <p:cNvPr id="685" name="Freeform 63"/>
            <p:cNvSpPr/>
            <p:nvPr/>
          </p:nvSpPr>
          <p:spPr>
            <a:xfrm>
              <a:off x="12598200" y="4314960"/>
              <a:ext cx="1303560" cy="534240"/>
            </a:xfrm>
            <a:custGeom>
              <a:avLst/>
              <a:gdLst>
                <a:gd name="textAreaLeft" fmla="*/ 0 w 1303560"/>
                <a:gd name="textAreaRight" fmla="*/ 1303920 w 130356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343412" h="140842">
                  <a:moveTo>
                    <a:pt x="0" y="0"/>
                  </a:moveTo>
                  <a:lnTo>
                    <a:pt x="343412" y="0"/>
                  </a:lnTo>
                  <a:lnTo>
                    <a:pt x="343412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6" name="TextBox 64"/>
            <p:cNvSpPr/>
            <p:nvPr/>
          </p:nvSpPr>
          <p:spPr>
            <a:xfrm>
              <a:off x="12598200" y="4170600"/>
              <a:ext cx="130356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87" name="Group 65"/>
          <p:cNvGrpSpPr/>
          <p:nvPr/>
        </p:nvGrpSpPr>
        <p:grpSpPr>
          <a:xfrm>
            <a:off x="15172920" y="4170600"/>
            <a:ext cx="1354680" cy="678960"/>
            <a:chOff x="15172920" y="4170600"/>
            <a:chExt cx="1354680" cy="678960"/>
          </a:xfrm>
        </p:grpSpPr>
        <p:sp>
          <p:nvSpPr>
            <p:cNvPr id="688" name="Freeform 66"/>
            <p:cNvSpPr/>
            <p:nvPr/>
          </p:nvSpPr>
          <p:spPr>
            <a:xfrm>
              <a:off x="15172920" y="4314960"/>
              <a:ext cx="1354680" cy="534240"/>
            </a:xfrm>
            <a:custGeom>
              <a:avLst/>
              <a:gdLst>
                <a:gd name="textAreaLeft" fmla="*/ 0 w 1354680"/>
                <a:gd name="textAreaRight" fmla="*/ 1355040 w 135468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356930" h="140842">
                  <a:moveTo>
                    <a:pt x="0" y="0"/>
                  </a:moveTo>
                  <a:lnTo>
                    <a:pt x="356930" y="0"/>
                  </a:lnTo>
                  <a:lnTo>
                    <a:pt x="356930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9" name="TextBox 67"/>
            <p:cNvSpPr/>
            <p:nvPr/>
          </p:nvSpPr>
          <p:spPr>
            <a:xfrm>
              <a:off x="15172920" y="4170600"/>
              <a:ext cx="135468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90" name="TextBox 68"/>
          <p:cNvSpPr/>
          <p:nvPr/>
        </p:nvSpPr>
        <p:spPr>
          <a:xfrm>
            <a:off x="2233080" y="3061080"/>
            <a:ext cx="14457960" cy="22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HTML images are defined with the &lt;img&gt; tag.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The source file (src), alternative text (alt), width, and height are provided as attributes: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91" name="Group 69"/>
          <p:cNvGrpSpPr/>
          <p:nvPr/>
        </p:nvGrpSpPr>
        <p:grpSpPr>
          <a:xfrm>
            <a:off x="3740760" y="681840"/>
            <a:ext cx="1366920" cy="594720"/>
            <a:chOff x="3740760" y="681840"/>
            <a:chExt cx="1366920" cy="594720"/>
          </a:xfrm>
        </p:grpSpPr>
        <p:sp>
          <p:nvSpPr>
            <p:cNvPr id="692" name="Freeform 70"/>
            <p:cNvSpPr/>
            <p:nvPr/>
          </p:nvSpPr>
          <p:spPr>
            <a:xfrm>
              <a:off x="3740760" y="826560"/>
              <a:ext cx="1366920" cy="450000"/>
            </a:xfrm>
            <a:custGeom>
              <a:avLst/>
              <a:gdLst>
                <a:gd name="textAreaLeft" fmla="*/ 0 w 1366920"/>
                <a:gd name="textAreaRight" fmla="*/ 1367280 w 1366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3" name="TextBox 71"/>
            <p:cNvSpPr/>
            <p:nvPr/>
          </p:nvSpPr>
          <p:spPr>
            <a:xfrm>
              <a:off x="3740760" y="681840"/>
              <a:ext cx="1366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94" name="TextBox 72"/>
          <p:cNvSpPr/>
          <p:nvPr/>
        </p:nvSpPr>
        <p:spPr>
          <a:xfrm>
            <a:off x="3903480" y="8348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H_Rules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95" name="Group 73"/>
          <p:cNvGrpSpPr/>
          <p:nvPr/>
        </p:nvGrpSpPr>
        <p:grpSpPr>
          <a:xfrm>
            <a:off x="1740600" y="4425120"/>
            <a:ext cx="277920" cy="277920"/>
            <a:chOff x="1740600" y="4425120"/>
            <a:chExt cx="277920" cy="277920"/>
          </a:xfrm>
        </p:grpSpPr>
        <p:sp>
          <p:nvSpPr>
            <p:cNvPr id="696" name="Freeform 74"/>
            <p:cNvSpPr/>
            <p:nvPr/>
          </p:nvSpPr>
          <p:spPr>
            <a:xfrm>
              <a:off x="1740600" y="44251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7" name="TextBox 75"/>
            <p:cNvSpPr/>
            <p:nvPr/>
          </p:nvSpPr>
          <p:spPr>
            <a:xfrm>
              <a:off x="1766520" y="44380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98" name="Group 76"/>
          <p:cNvGrpSpPr/>
          <p:nvPr/>
        </p:nvGrpSpPr>
        <p:grpSpPr>
          <a:xfrm>
            <a:off x="5108040" y="684720"/>
            <a:ext cx="1385640" cy="594720"/>
            <a:chOff x="5108040" y="684720"/>
            <a:chExt cx="1385640" cy="594720"/>
          </a:xfrm>
        </p:grpSpPr>
        <p:sp>
          <p:nvSpPr>
            <p:cNvPr id="699" name="Freeform 77"/>
            <p:cNvSpPr/>
            <p:nvPr/>
          </p:nvSpPr>
          <p:spPr>
            <a:xfrm>
              <a:off x="5108040" y="829080"/>
              <a:ext cx="1385640" cy="450000"/>
            </a:xfrm>
            <a:custGeom>
              <a:avLst/>
              <a:gdLst>
                <a:gd name="textAreaLeft" fmla="*/ 0 w 1385640"/>
                <a:gd name="textAreaRight" fmla="*/ 1386000 w 1385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0" name="TextBox 78"/>
            <p:cNvSpPr/>
            <p:nvPr/>
          </p:nvSpPr>
          <p:spPr>
            <a:xfrm>
              <a:off x="5108040" y="684720"/>
              <a:ext cx="1385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01" name="TextBox 79"/>
          <p:cNvSpPr/>
          <p:nvPr/>
        </p:nvSpPr>
        <p:spPr>
          <a:xfrm>
            <a:off x="5257800" y="835560"/>
            <a:ext cx="10857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L_Breaks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02" name="Group 80"/>
          <p:cNvGrpSpPr/>
          <p:nvPr/>
        </p:nvGrpSpPr>
        <p:grpSpPr>
          <a:xfrm>
            <a:off x="1740600" y="5867280"/>
            <a:ext cx="277920" cy="277920"/>
            <a:chOff x="1740600" y="5867280"/>
            <a:chExt cx="277920" cy="277920"/>
          </a:xfrm>
        </p:grpSpPr>
        <p:sp>
          <p:nvSpPr>
            <p:cNvPr id="703" name="Freeform 81"/>
            <p:cNvSpPr/>
            <p:nvPr/>
          </p:nvSpPr>
          <p:spPr>
            <a:xfrm>
              <a:off x="1740600" y="58672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4" name="TextBox 82"/>
            <p:cNvSpPr/>
            <p:nvPr/>
          </p:nvSpPr>
          <p:spPr>
            <a:xfrm>
              <a:off x="1766520" y="58802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05" name="Group 83"/>
          <p:cNvGrpSpPr/>
          <p:nvPr/>
        </p:nvGrpSpPr>
        <p:grpSpPr>
          <a:xfrm>
            <a:off x="6494040" y="684720"/>
            <a:ext cx="1029600" cy="594720"/>
            <a:chOff x="6494040" y="684720"/>
            <a:chExt cx="1029600" cy="594720"/>
          </a:xfrm>
        </p:grpSpPr>
        <p:sp>
          <p:nvSpPr>
            <p:cNvPr id="706" name="Freeform 84"/>
            <p:cNvSpPr/>
            <p:nvPr/>
          </p:nvSpPr>
          <p:spPr>
            <a:xfrm>
              <a:off x="6494040" y="829080"/>
              <a:ext cx="1029600" cy="450000"/>
            </a:xfrm>
            <a:custGeom>
              <a:avLst/>
              <a:gdLst>
                <a:gd name="textAreaLeft" fmla="*/ 0 w 1029600"/>
                <a:gd name="textAreaRight" fmla="*/ 1029960 w 10296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7" name="TextBox 85"/>
            <p:cNvSpPr/>
            <p:nvPr/>
          </p:nvSpPr>
          <p:spPr>
            <a:xfrm>
              <a:off x="6494040" y="684720"/>
              <a:ext cx="10296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08" name="TextBox 86"/>
          <p:cNvSpPr/>
          <p:nvPr/>
        </p:nvSpPr>
        <p:spPr>
          <a:xfrm>
            <a:off x="6617520" y="834840"/>
            <a:ext cx="749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Links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TextBox 87"/>
          <p:cNvSpPr/>
          <p:nvPr/>
        </p:nvSpPr>
        <p:spPr>
          <a:xfrm>
            <a:off x="2233080" y="5640840"/>
            <a:ext cx="2921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10" name="Group 88"/>
          <p:cNvGrpSpPr/>
          <p:nvPr/>
        </p:nvGrpSpPr>
        <p:grpSpPr>
          <a:xfrm>
            <a:off x="2233080" y="6551280"/>
            <a:ext cx="1010520" cy="642960"/>
            <a:chOff x="2233080" y="6551280"/>
            <a:chExt cx="1010520" cy="642960"/>
          </a:xfrm>
        </p:grpSpPr>
        <p:sp>
          <p:nvSpPr>
            <p:cNvPr id="711" name="Freeform 89"/>
            <p:cNvSpPr/>
            <p:nvPr/>
          </p:nvSpPr>
          <p:spPr>
            <a:xfrm>
              <a:off x="2233080" y="6696000"/>
              <a:ext cx="1010520" cy="498240"/>
            </a:xfrm>
            <a:custGeom>
              <a:avLst/>
              <a:gdLst>
                <a:gd name="textAreaLeft" fmla="*/ 0 w 1010520"/>
                <a:gd name="textAreaRight" fmla="*/ 1010880 w 101052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66235" h="131356">
                  <a:moveTo>
                    <a:pt x="0" y="0"/>
                  </a:moveTo>
                  <a:lnTo>
                    <a:pt x="266235" y="0"/>
                  </a:lnTo>
                  <a:lnTo>
                    <a:pt x="266235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2" name="TextBox 90"/>
            <p:cNvSpPr/>
            <p:nvPr/>
          </p:nvSpPr>
          <p:spPr>
            <a:xfrm>
              <a:off x="2233080" y="6551280"/>
              <a:ext cx="101052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13" name="Group 91"/>
          <p:cNvGrpSpPr/>
          <p:nvPr/>
        </p:nvGrpSpPr>
        <p:grpSpPr>
          <a:xfrm>
            <a:off x="4901040" y="7130520"/>
            <a:ext cx="318240" cy="642960"/>
            <a:chOff x="4901040" y="7130520"/>
            <a:chExt cx="318240" cy="642960"/>
          </a:xfrm>
        </p:grpSpPr>
        <p:sp>
          <p:nvSpPr>
            <p:cNvPr id="714" name="Freeform 92"/>
            <p:cNvSpPr/>
            <p:nvPr/>
          </p:nvSpPr>
          <p:spPr>
            <a:xfrm>
              <a:off x="4901040" y="7275240"/>
              <a:ext cx="318240" cy="49824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83926" h="131356">
                  <a:moveTo>
                    <a:pt x="0" y="0"/>
                  </a:moveTo>
                  <a:lnTo>
                    <a:pt x="83926" y="0"/>
                  </a:lnTo>
                  <a:lnTo>
                    <a:pt x="83926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5" name="TextBox 93"/>
            <p:cNvSpPr/>
            <p:nvPr/>
          </p:nvSpPr>
          <p:spPr>
            <a:xfrm>
              <a:off x="4901040" y="7130520"/>
              <a:ext cx="31824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16" name="TextBox 94"/>
          <p:cNvSpPr/>
          <p:nvPr/>
        </p:nvSpPr>
        <p:spPr>
          <a:xfrm>
            <a:off x="2233080" y="6572160"/>
            <a:ext cx="13617000" cy="11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&lt;img src=“picture.jpg" alt="reallygreatsite.com" width="104" height="142"&gt;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17" name="Group 95"/>
          <p:cNvGrpSpPr/>
          <p:nvPr/>
        </p:nvGrpSpPr>
        <p:grpSpPr>
          <a:xfrm>
            <a:off x="7524000" y="695520"/>
            <a:ext cx="1415160" cy="594720"/>
            <a:chOff x="7524000" y="695520"/>
            <a:chExt cx="1415160" cy="594720"/>
          </a:xfrm>
        </p:grpSpPr>
        <p:sp>
          <p:nvSpPr>
            <p:cNvPr id="718" name="Freeform 96"/>
            <p:cNvSpPr/>
            <p:nvPr/>
          </p:nvSpPr>
          <p:spPr>
            <a:xfrm>
              <a:off x="7524000" y="840240"/>
              <a:ext cx="1415160" cy="450000"/>
            </a:xfrm>
            <a:custGeom>
              <a:avLst/>
              <a:gdLst>
                <a:gd name="textAreaLeft" fmla="*/ 0 w 1415160"/>
                <a:gd name="textAreaRight" fmla="*/ 1415520 w 141516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72846" h="118584">
                  <a:moveTo>
                    <a:pt x="0" y="0"/>
                  </a:moveTo>
                  <a:lnTo>
                    <a:pt x="372846" y="0"/>
                  </a:lnTo>
                  <a:lnTo>
                    <a:pt x="372846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9" name="TextBox 97"/>
            <p:cNvSpPr/>
            <p:nvPr/>
          </p:nvSpPr>
          <p:spPr>
            <a:xfrm>
              <a:off x="7524000" y="695520"/>
              <a:ext cx="141516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20" name="TextBox 98"/>
          <p:cNvSpPr/>
          <p:nvPr/>
        </p:nvSpPr>
        <p:spPr>
          <a:xfrm>
            <a:off x="7642800" y="834840"/>
            <a:ext cx="934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Images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" name="Freeform 99"/>
          <p:cNvSpPr/>
          <p:nvPr/>
        </p:nvSpPr>
        <p:spPr>
          <a:xfrm>
            <a:off x="8648640" y="1002960"/>
            <a:ext cx="128160" cy="123840"/>
          </a:xfrm>
          <a:custGeom>
            <a:avLst/>
            <a:gdLst>
              <a:gd name="textAreaLeft" fmla="*/ 0 w 128160"/>
              <a:gd name="textAreaRight" fmla="*/ 128520 w 128160"/>
              <a:gd name="textAreaTop" fmla="*/ 0 h 123840"/>
              <a:gd name="textAreaBottom" fmla="*/ 124200 h 123840"/>
            </a:gdLst>
            <a:ahLst/>
            <a:rect l="textAreaLeft" t="textAreaTop" r="textAreaRight" b="textAreaBottom"/>
            <a:pathLst>
              <a:path w="128586" h="124378">
                <a:moveTo>
                  <a:pt x="0" y="0"/>
                </a:moveTo>
                <a:lnTo>
                  <a:pt x="128587" y="0"/>
                </a:lnTo>
                <a:lnTo>
                  <a:pt x="128587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2" name="Group 2"/>
          <p:cNvGrpSpPr/>
          <p:nvPr/>
        </p:nvGrpSpPr>
        <p:grpSpPr>
          <a:xfrm>
            <a:off x="3881160" y="1584720"/>
            <a:ext cx="2735640" cy="999720"/>
            <a:chOff x="3881160" y="1584720"/>
            <a:chExt cx="2735640" cy="999720"/>
          </a:xfrm>
        </p:grpSpPr>
        <p:sp>
          <p:nvSpPr>
            <p:cNvPr id="723" name="Freeform 3"/>
            <p:cNvSpPr/>
            <p:nvPr/>
          </p:nvSpPr>
          <p:spPr>
            <a:xfrm>
              <a:off x="3881160" y="1729440"/>
              <a:ext cx="2735640" cy="855000"/>
            </a:xfrm>
            <a:custGeom>
              <a:avLst/>
              <a:gdLst>
                <a:gd name="textAreaLeft" fmla="*/ 0 w 2735640"/>
                <a:gd name="textAreaRight" fmla="*/ 2736000 w 273564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720625" h="225313">
                  <a:moveTo>
                    <a:pt x="0" y="0"/>
                  </a:moveTo>
                  <a:lnTo>
                    <a:pt x="720625" y="0"/>
                  </a:lnTo>
                  <a:lnTo>
                    <a:pt x="720625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4" name="TextBox 4"/>
            <p:cNvSpPr/>
            <p:nvPr/>
          </p:nvSpPr>
          <p:spPr>
            <a:xfrm>
              <a:off x="3881160" y="1584720"/>
              <a:ext cx="273564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25" name="Group 5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726" name="Freeform 6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7" name="TextBox 7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28" name="Freeform 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29" name="Group 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730" name="Freeform 1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1" name="TextBox 1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32" name="Freeform 1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33" name="Group 1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734" name="Freeform 1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5" name="TextBox 1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36" name="Freeform 1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Freeform 1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Freeform 1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Freeform 1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Freeform 2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41" name="Group 2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742" name="Freeform 2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3" name="TextBox 2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44" name="Freeform 2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Freeform 2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46" name="Group 2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747" name="Freeform 2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8" name="TextBox 2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49" name="AutoShape 29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50" name="Group 30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751" name="Freeform 31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2" name="TextBox 32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53" name="Group 33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754" name="Freeform 34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5" name="TextBox 35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56" name="Group 36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757" name="Freeform 37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8" name="TextBox 38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59" name="Group 39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760" name="Freeform 40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1" name="TextBox 41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62" name="Group 42"/>
          <p:cNvGrpSpPr/>
          <p:nvPr/>
        </p:nvGrpSpPr>
        <p:grpSpPr>
          <a:xfrm>
            <a:off x="2657520" y="3022200"/>
            <a:ext cx="1609560" cy="667800"/>
            <a:chOff x="2657520" y="3022200"/>
            <a:chExt cx="1609560" cy="667800"/>
          </a:xfrm>
        </p:grpSpPr>
        <p:sp>
          <p:nvSpPr>
            <p:cNvPr id="763" name="Freeform 43"/>
            <p:cNvSpPr/>
            <p:nvPr/>
          </p:nvSpPr>
          <p:spPr>
            <a:xfrm>
              <a:off x="2657520" y="3166920"/>
              <a:ext cx="1609560" cy="523080"/>
            </a:xfrm>
            <a:custGeom>
              <a:avLst/>
              <a:gdLst>
                <a:gd name="textAreaLeft" fmla="*/ 0 w 1609560"/>
                <a:gd name="textAreaRight" fmla="*/ 1609920 w 160956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424056" h="137899">
                  <a:moveTo>
                    <a:pt x="0" y="0"/>
                  </a:moveTo>
                  <a:lnTo>
                    <a:pt x="424056" y="0"/>
                  </a:lnTo>
                  <a:lnTo>
                    <a:pt x="424056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4" name="TextBox 44"/>
            <p:cNvSpPr/>
            <p:nvPr/>
          </p:nvSpPr>
          <p:spPr>
            <a:xfrm>
              <a:off x="2657520" y="3022200"/>
              <a:ext cx="160956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65" name="Group 45"/>
          <p:cNvGrpSpPr/>
          <p:nvPr/>
        </p:nvGrpSpPr>
        <p:grpSpPr>
          <a:xfrm>
            <a:off x="10189800" y="4705200"/>
            <a:ext cx="5738400" cy="678960"/>
            <a:chOff x="10189800" y="4705200"/>
            <a:chExt cx="5738400" cy="678960"/>
          </a:xfrm>
        </p:grpSpPr>
        <p:sp>
          <p:nvSpPr>
            <p:cNvPr id="766" name="Freeform 46"/>
            <p:cNvSpPr/>
            <p:nvPr/>
          </p:nvSpPr>
          <p:spPr>
            <a:xfrm>
              <a:off x="10189800" y="4849920"/>
              <a:ext cx="5738400" cy="534240"/>
            </a:xfrm>
            <a:custGeom>
              <a:avLst/>
              <a:gdLst>
                <a:gd name="textAreaLeft" fmla="*/ 0 w 5738400"/>
                <a:gd name="textAreaRight" fmla="*/ 5738760 w 573840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1511425" h="140842">
                  <a:moveTo>
                    <a:pt x="0" y="0"/>
                  </a:moveTo>
                  <a:lnTo>
                    <a:pt x="1511425" y="0"/>
                  </a:lnTo>
                  <a:lnTo>
                    <a:pt x="1511425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7" name="TextBox 47"/>
            <p:cNvSpPr/>
            <p:nvPr/>
          </p:nvSpPr>
          <p:spPr>
            <a:xfrm>
              <a:off x="10189800" y="4705200"/>
              <a:ext cx="573840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68" name="Group 48"/>
          <p:cNvGrpSpPr/>
          <p:nvPr/>
        </p:nvGrpSpPr>
        <p:grpSpPr>
          <a:xfrm>
            <a:off x="2229120" y="5287680"/>
            <a:ext cx="3372480" cy="678960"/>
            <a:chOff x="2229120" y="5287680"/>
            <a:chExt cx="3372480" cy="678960"/>
          </a:xfrm>
        </p:grpSpPr>
        <p:sp>
          <p:nvSpPr>
            <p:cNvPr id="769" name="Freeform 49"/>
            <p:cNvSpPr/>
            <p:nvPr/>
          </p:nvSpPr>
          <p:spPr>
            <a:xfrm>
              <a:off x="2229120" y="5432400"/>
              <a:ext cx="3372480" cy="534240"/>
            </a:xfrm>
            <a:custGeom>
              <a:avLst/>
              <a:gdLst>
                <a:gd name="textAreaLeft" fmla="*/ 0 w 3372480"/>
                <a:gd name="textAreaRight" fmla="*/ 3372840 w 337248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888364" h="140842">
                  <a:moveTo>
                    <a:pt x="0" y="0"/>
                  </a:moveTo>
                  <a:lnTo>
                    <a:pt x="888364" y="0"/>
                  </a:lnTo>
                  <a:lnTo>
                    <a:pt x="888364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0" name="TextBox 50"/>
            <p:cNvSpPr/>
            <p:nvPr/>
          </p:nvSpPr>
          <p:spPr>
            <a:xfrm>
              <a:off x="2229120" y="5287680"/>
              <a:ext cx="337248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71" name="Group 51"/>
          <p:cNvGrpSpPr/>
          <p:nvPr/>
        </p:nvGrpSpPr>
        <p:grpSpPr>
          <a:xfrm>
            <a:off x="2688120" y="4705200"/>
            <a:ext cx="2913840" cy="678960"/>
            <a:chOff x="2688120" y="4705200"/>
            <a:chExt cx="2913840" cy="678960"/>
          </a:xfrm>
        </p:grpSpPr>
        <p:sp>
          <p:nvSpPr>
            <p:cNvPr id="772" name="Freeform 52"/>
            <p:cNvSpPr/>
            <p:nvPr/>
          </p:nvSpPr>
          <p:spPr>
            <a:xfrm>
              <a:off x="2688120" y="4849920"/>
              <a:ext cx="2913840" cy="534240"/>
            </a:xfrm>
            <a:custGeom>
              <a:avLst/>
              <a:gdLst>
                <a:gd name="textAreaLeft" fmla="*/ 0 w 2913840"/>
                <a:gd name="textAreaRight" fmla="*/ 2914200 w 291384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767530" h="140842">
                  <a:moveTo>
                    <a:pt x="0" y="0"/>
                  </a:moveTo>
                  <a:lnTo>
                    <a:pt x="767530" y="0"/>
                  </a:lnTo>
                  <a:lnTo>
                    <a:pt x="767530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3" name="TextBox 53"/>
            <p:cNvSpPr/>
            <p:nvPr/>
          </p:nvSpPr>
          <p:spPr>
            <a:xfrm>
              <a:off x="2688120" y="4705200"/>
              <a:ext cx="291384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74" name="Group 54"/>
          <p:cNvGrpSpPr/>
          <p:nvPr/>
        </p:nvGrpSpPr>
        <p:grpSpPr>
          <a:xfrm>
            <a:off x="3740760" y="681840"/>
            <a:ext cx="1366920" cy="594720"/>
            <a:chOff x="3740760" y="681840"/>
            <a:chExt cx="1366920" cy="594720"/>
          </a:xfrm>
        </p:grpSpPr>
        <p:sp>
          <p:nvSpPr>
            <p:cNvPr id="775" name="Freeform 55"/>
            <p:cNvSpPr/>
            <p:nvPr/>
          </p:nvSpPr>
          <p:spPr>
            <a:xfrm>
              <a:off x="3740760" y="826560"/>
              <a:ext cx="1366920" cy="450000"/>
            </a:xfrm>
            <a:custGeom>
              <a:avLst/>
              <a:gdLst>
                <a:gd name="textAreaLeft" fmla="*/ 0 w 1366920"/>
                <a:gd name="textAreaRight" fmla="*/ 1367280 w 1366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6" name="TextBox 56"/>
            <p:cNvSpPr/>
            <p:nvPr/>
          </p:nvSpPr>
          <p:spPr>
            <a:xfrm>
              <a:off x="3740760" y="681840"/>
              <a:ext cx="1366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77" name="Group 57"/>
          <p:cNvGrpSpPr/>
          <p:nvPr/>
        </p:nvGrpSpPr>
        <p:grpSpPr>
          <a:xfrm>
            <a:off x="1740600" y="5004360"/>
            <a:ext cx="277920" cy="277920"/>
            <a:chOff x="1740600" y="5004360"/>
            <a:chExt cx="277920" cy="277920"/>
          </a:xfrm>
        </p:grpSpPr>
        <p:sp>
          <p:nvSpPr>
            <p:cNvPr id="778" name="Freeform 58"/>
            <p:cNvSpPr/>
            <p:nvPr/>
          </p:nvSpPr>
          <p:spPr>
            <a:xfrm>
              <a:off x="1740600" y="500436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9" name="TextBox 59"/>
            <p:cNvSpPr/>
            <p:nvPr/>
          </p:nvSpPr>
          <p:spPr>
            <a:xfrm>
              <a:off x="1766520" y="501732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80" name="Group 60"/>
          <p:cNvGrpSpPr/>
          <p:nvPr/>
        </p:nvGrpSpPr>
        <p:grpSpPr>
          <a:xfrm>
            <a:off x="5108040" y="684720"/>
            <a:ext cx="1385640" cy="594720"/>
            <a:chOff x="5108040" y="684720"/>
            <a:chExt cx="1385640" cy="594720"/>
          </a:xfrm>
        </p:grpSpPr>
        <p:sp>
          <p:nvSpPr>
            <p:cNvPr id="781" name="Freeform 61"/>
            <p:cNvSpPr/>
            <p:nvPr/>
          </p:nvSpPr>
          <p:spPr>
            <a:xfrm>
              <a:off x="5108040" y="829080"/>
              <a:ext cx="1385640" cy="450000"/>
            </a:xfrm>
            <a:custGeom>
              <a:avLst/>
              <a:gdLst>
                <a:gd name="textAreaLeft" fmla="*/ 0 w 1385640"/>
                <a:gd name="textAreaRight" fmla="*/ 1386000 w 1385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2" name="TextBox 62"/>
            <p:cNvSpPr/>
            <p:nvPr/>
          </p:nvSpPr>
          <p:spPr>
            <a:xfrm>
              <a:off x="5108040" y="684720"/>
              <a:ext cx="1385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83" name="Group 63"/>
          <p:cNvGrpSpPr/>
          <p:nvPr/>
        </p:nvGrpSpPr>
        <p:grpSpPr>
          <a:xfrm>
            <a:off x="6494040" y="684720"/>
            <a:ext cx="1029600" cy="594720"/>
            <a:chOff x="6494040" y="684720"/>
            <a:chExt cx="1029600" cy="594720"/>
          </a:xfrm>
        </p:grpSpPr>
        <p:sp>
          <p:nvSpPr>
            <p:cNvPr id="784" name="Freeform 64"/>
            <p:cNvSpPr/>
            <p:nvPr/>
          </p:nvSpPr>
          <p:spPr>
            <a:xfrm>
              <a:off x="6494040" y="829080"/>
              <a:ext cx="1029600" cy="450000"/>
            </a:xfrm>
            <a:custGeom>
              <a:avLst/>
              <a:gdLst>
                <a:gd name="textAreaLeft" fmla="*/ 0 w 1029600"/>
                <a:gd name="textAreaRight" fmla="*/ 1029960 w 10296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5" name="TextBox 65"/>
            <p:cNvSpPr/>
            <p:nvPr/>
          </p:nvSpPr>
          <p:spPr>
            <a:xfrm>
              <a:off x="6494040" y="684720"/>
              <a:ext cx="10296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86" name="Group 66"/>
          <p:cNvGrpSpPr/>
          <p:nvPr/>
        </p:nvGrpSpPr>
        <p:grpSpPr>
          <a:xfrm>
            <a:off x="7524000" y="684720"/>
            <a:ext cx="1102320" cy="594720"/>
            <a:chOff x="7524000" y="684720"/>
            <a:chExt cx="1102320" cy="594720"/>
          </a:xfrm>
        </p:grpSpPr>
        <p:sp>
          <p:nvSpPr>
            <p:cNvPr id="787" name="Freeform 67"/>
            <p:cNvSpPr/>
            <p:nvPr/>
          </p:nvSpPr>
          <p:spPr>
            <a:xfrm>
              <a:off x="7524000" y="829080"/>
              <a:ext cx="1102320" cy="450000"/>
            </a:xfrm>
            <a:custGeom>
              <a:avLst/>
              <a:gdLst>
                <a:gd name="textAreaLeft" fmla="*/ 0 w 1102320"/>
                <a:gd name="textAreaRight" fmla="*/ 1102680 w 11023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8" name="TextBox 68"/>
            <p:cNvSpPr/>
            <p:nvPr/>
          </p:nvSpPr>
          <p:spPr>
            <a:xfrm>
              <a:off x="7524000" y="684720"/>
              <a:ext cx="11023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89" name="Group 69"/>
          <p:cNvGrpSpPr/>
          <p:nvPr/>
        </p:nvGrpSpPr>
        <p:grpSpPr>
          <a:xfrm>
            <a:off x="2229120" y="6508080"/>
            <a:ext cx="4492080" cy="870120"/>
            <a:chOff x="2229120" y="6508080"/>
            <a:chExt cx="4492080" cy="870120"/>
          </a:xfrm>
        </p:grpSpPr>
        <p:sp>
          <p:nvSpPr>
            <p:cNvPr id="790" name="Freeform 70"/>
            <p:cNvSpPr/>
            <p:nvPr/>
          </p:nvSpPr>
          <p:spPr>
            <a:xfrm>
              <a:off x="2229120" y="6652800"/>
              <a:ext cx="4492080" cy="725400"/>
            </a:xfrm>
            <a:custGeom>
              <a:avLst/>
              <a:gdLst>
                <a:gd name="textAreaLeft" fmla="*/ 0 w 4492080"/>
                <a:gd name="textAreaRight" fmla="*/ 4492440 w 4492080"/>
                <a:gd name="textAreaTop" fmla="*/ 0 h 725400"/>
                <a:gd name="textAreaBottom" fmla="*/ 725760 h 725400"/>
              </a:gdLst>
              <a:ahLst/>
              <a:rect l="textAreaLeft" t="textAreaTop" r="textAreaRight" b="textAreaBottom"/>
              <a:pathLst>
                <a:path w="1183160" h="191147">
                  <a:moveTo>
                    <a:pt x="0" y="0"/>
                  </a:moveTo>
                  <a:lnTo>
                    <a:pt x="1183160" y="0"/>
                  </a:lnTo>
                  <a:lnTo>
                    <a:pt x="1183160" y="191147"/>
                  </a:lnTo>
                  <a:lnTo>
                    <a:pt x="0" y="191147"/>
                  </a:lnTo>
                  <a:close/>
                </a:path>
              </a:pathLst>
            </a:custGeom>
            <a:solidFill>
              <a:srgbClr val="ebeb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1" name="TextBox 71"/>
            <p:cNvSpPr/>
            <p:nvPr/>
          </p:nvSpPr>
          <p:spPr>
            <a:xfrm>
              <a:off x="2229120" y="6508080"/>
              <a:ext cx="4492080" cy="870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92" name="Freeform 72"/>
          <p:cNvSpPr/>
          <p:nvPr/>
        </p:nvSpPr>
        <p:spPr>
          <a:xfrm>
            <a:off x="2480760" y="6760800"/>
            <a:ext cx="452160" cy="509400"/>
          </a:xfrm>
          <a:custGeom>
            <a:avLst/>
            <a:gdLst>
              <a:gd name="textAreaLeft" fmla="*/ 0 w 452160"/>
              <a:gd name="textAreaRight" fmla="*/ 452520 w 452160"/>
              <a:gd name="textAreaTop" fmla="*/ 0 h 509400"/>
              <a:gd name="textAreaBottom" fmla="*/ 509760 h 509400"/>
            </a:gdLst>
            <a:ahLst/>
            <a:rect l="textAreaLeft" t="textAreaTop" r="textAreaRight" b="textAreaBottom"/>
            <a:pathLst>
              <a:path w="452569" h="509936">
                <a:moveTo>
                  <a:pt x="0" y="0"/>
                </a:moveTo>
                <a:lnTo>
                  <a:pt x="452568" y="0"/>
                </a:lnTo>
                <a:lnTo>
                  <a:pt x="452568" y="509936"/>
                </a:lnTo>
                <a:lnTo>
                  <a:pt x="0" y="509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Freeform 73"/>
          <p:cNvSpPr/>
          <p:nvPr/>
        </p:nvSpPr>
        <p:spPr>
          <a:xfrm>
            <a:off x="6306120" y="6933960"/>
            <a:ext cx="187560" cy="181440"/>
          </a:xfrm>
          <a:custGeom>
            <a:avLst/>
            <a:gdLst>
              <a:gd name="textAreaLeft" fmla="*/ 0 w 187560"/>
              <a:gd name="textAreaRight" fmla="*/ 187920 w 187560"/>
              <a:gd name="textAreaTop" fmla="*/ 0 h 181440"/>
              <a:gd name="textAreaBottom" fmla="*/ 181800 h 181440"/>
            </a:gdLst>
            <a:ahLst/>
            <a:rect l="textAreaLeft" t="textAreaTop" r="textAreaRight" b="textAreaBottom"/>
            <a:pathLst>
              <a:path w="187807" h="181661">
                <a:moveTo>
                  <a:pt x="0" y="0"/>
                </a:moveTo>
                <a:lnTo>
                  <a:pt x="187808" y="0"/>
                </a:lnTo>
                <a:lnTo>
                  <a:pt x="187808" y="181661"/>
                </a:lnTo>
                <a:lnTo>
                  <a:pt x="0" y="18166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Freeform 74"/>
          <p:cNvSpPr/>
          <p:nvPr/>
        </p:nvSpPr>
        <p:spPr>
          <a:xfrm flipH="1" flipV="1" rot="1658400">
            <a:off x="2637000" y="7539480"/>
            <a:ext cx="1793880" cy="1024560"/>
          </a:xfrm>
          <a:custGeom>
            <a:avLst/>
            <a:gdLst>
              <a:gd name="textAreaLeft" fmla="*/ -360 w 1793880"/>
              <a:gd name="textAreaRight" fmla="*/ 1793880 w 1793880"/>
              <a:gd name="textAreaTop" fmla="*/ 360 h 1024560"/>
              <a:gd name="textAreaBottom" fmla="*/ 1025280 h 1024560"/>
            </a:gdLst>
            <a:ahLst/>
            <a:rect l="textAreaLeft" t="textAreaTop" r="textAreaRight" b="textAreaBottom"/>
            <a:pathLst>
              <a:path w="1794128" h="1024746">
                <a:moveTo>
                  <a:pt x="1794128" y="1024747"/>
                </a:moveTo>
                <a:lnTo>
                  <a:pt x="0" y="1024747"/>
                </a:lnTo>
                <a:lnTo>
                  <a:pt x="0" y="0"/>
                </a:lnTo>
                <a:lnTo>
                  <a:pt x="1794128" y="0"/>
                </a:lnTo>
                <a:lnTo>
                  <a:pt x="1794128" y="1024747"/>
                </a:lnTo>
                <a:close/>
              </a:path>
            </a:pathLst>
          </a:custGeom>
          <a:blipFill rotWithShape="0"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TextBox 75"/>
          <p:cNvSpPr/>
          <p:nvPr/>
        </p:nvSpPr>
        <p:spPr>
          <a:xfrm>
            <a:off x="1917360" y="1748520"/>
            <a:ext cx="469980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FAVICON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6" name="TextBox 76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TextBox 77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TextBox 78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TextBox 79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TextBox 80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TextBox 81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TextBox 82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TextBox 83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TextBox 84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TextBox 85"/>
          <p:cNvSpPr/>
          <p:nvPr/>
        </p:nvSpPr>
        <p:spPr>
          <a:xfrm>
            <a:off x="2233080" y="3061080"/>
            <a:ext cx="14457960" cy="28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A favicon is a small image, so it should be a simple image with high contrast.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A favicon image is displayed to the left of the page title in the browser tab, like this: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TextBox 86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TextBox 87"/>
          <p:cNvSpPr/>
          <p:nvPr/>
        </p:nvSpPr>
        <p:spPr>
          <a:xfrm>
            <a:off x="3903480" y="8348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H_Rules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TextBox 88"/>
          <p:cNvSpPr/>
          <p:nvPr/>
        </p:nvSpPr>
        <p:spPr>
          <a:xfrm>
            <a:off x="5257800" y="835560"/>
            <a:ext cx="10857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L_Breaks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TextBox 89"/>
          <p:cNvSpPr/>
          <p:nvPr/>
        </p:nvSpPr>
        <p:spPr>
          <a:xfrm>
            <a:off x="6617520" y="834840"/>
            <a:ext cx="749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Links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TextBox 90"/>
          <p:cNvSpPr/>
          <p:nvPr/>
        </p:nvSpPr>
        <p:spPr>
          <a:xfrm>
            <a:off x="7608240" y="835560"/>
            <a:ext cx="934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Images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TextBox 91"/>
          <p:cNvSpPr/>
          <p:nvPr/>
        </p:nvSpPr>
        <p:spPr>
          <a:xfrm>
            <a:off x="3077640" y="6759000"/>
            <a:ext cx="2920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0"/>
              </a:lnSpc>
            </a:pPr>
            <a:r>
              <a:rPr b="1" lang="en-US" sz="2300" spc="-1" strike="noStrike">
                <a:solidFill>
                  <a:srgbClr val="141312"/>
                </a:solidFill>
                <a:latin typeface="Consolas Bold"/>
                <a:ea typeface="Consolas Bold"/>
              </a:rPr>
              <a:t>Really Great Site</a:t>
            </a:r>
            <a:endParaRPr b="0" lang="en-PH" sz="23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12" name="Group 92"/>
          <p:cNvGrpSpPr/>
          <p:nvPr/>
        </p:nvGrpSpPr>
        <p:grpSpPr>
          <a:xfrm>
            <a:off x="8626680" y="684720"/>
            <a:ext cx="1656360" cy="594720"/>
            <a:chOff x="8626680" y="684720"/>
            <a:chExt cx="1656360" cy="594720"/>
          </a:xfrm>
        </p:grpSpPr>
        <p:grpSp>
          <p:nvGrpSpPr>
            <p:cNvPr id="813" name="Group 93"/>
            <p:cNvGrpSpPr/>
            <p:nvPr/>
          </p:nvGrpSpPr>
          <p:grpSpPr>
            <a:xfrm>
              <a:off x="8626680" y="684720"/>
              <a:ext cx="1656360" cy="594720"/>
              <a:chOff x="8626680" y="684720"/>
              <a:chExt cx="1656360" cy="594720"/>
            </a:xfrm>
          </p:grpSpPr>
          <p:sp>
            <p:nvSpPr>
              <p:cNvPr id="814" name="Freeform 94"/>
              <p:cNvSpPr/>
              <p:nvPr/>
            </p:nvSpPr>
            <p:spPr>
              <a:xfrm>
                <a:off x="8626680" y="829080"/>
                <a:ext cx="1656360" cy="450000"/>
              </a:xfrm>
              <a:custGeom>
                <a:avLst/>
                <a:gdLst>
                  <a:gd name="textAreaLeft" fmla="*/ 0 w 1656360"/>
                  <a:gd name="textAreaRight" fmla="*/ 1656720 w 1656360"/>
                  <a:gd name="textAreaTop" fmla="*/ 0 h 450000"/>
                  <a:gd name="textAreaBottom" fmla="*/ 450360 h 450000"/>
                </a:gdLst>
                <a:ahLst/>
                <a:rect l="textAreaLeft" t="textAreaTop" r="textAreaRight" b="textAreaBottom"/>
                <a:pathLst>
                  <a:path w="436320" h="118584">
                    <a:moveTo>
                      <a:pt x="0" y="0"/>
                    </a:moveTo>
                    <a:lnTo>
                      <a:pt x="436320" y="0"/>
                    </a:lnTo>
                    <a:lnTo>
                      <a:pt x="436320" y="118584"/>
                    </a:lnTo>
                    <a:lnTo>
                      <a:pt x="0" y="118584"/>
                    </a:lnTo>
                    <a:close/>
                  </a:path>
                </a:pathLst>
              </a:custGeom>
              <a:solidFill>
                <a:srgbClr val="23222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PH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15" name="TextBox 95"/>
              <p:cNvSpPr/>
              <p:nvPr/>
            </p:nvSpPr>
            <p:spPr>
              <a:xfrm>
                <a:off x="8626680" y="684720"/>
                <a:ext cx="1656360" cy="594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659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816" name="TextBox 96"/>
            <p:cNvSpPr/>
            <p:nvPr/>
          </p:nvSpPr>
          <p:spPr>
            <a:xfrm>
              <a:off x="8816760" y="843120"/>
              <a:ext cx="1060560" cy="338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2659"/>
                </a:lnSpc>
              </a:pPr>
              <a:r>
                <a:rPr b="0" lang="en-US" sz="1900" spc="-1" strike="noStrike">
                  <a:solidFill>
                    <a:srgbClr val="ffffff"/>
                  </a:solidFill>
                  <a:latin typeface="Consolas"/>
                  <a:ea typeface="Consolas"/>
                </a:rPr>
                <a:t>Favicon</a:t>
              </a:r>
              <a:endParaRPr b="0" lang="en-PH" sz="19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7" name="Freeform 97"/>
            <p:cNvSpPr/>
            <p:nvPr/>
          </p:nvSpPr>
          <p:spPr>
            <a:xfrm>
              <a:off x="10020960" y="992160"/>
              <a:ext cx="128160" cy="123840"/>
            </a:xfrm>
            <a:custGeom>
              <a:avLst/>
              <a:gdLst>
                <a:gd name="textAreaLeft" fmla="*/ 0 w 128160"/>
                <a:gd name="textAreaRight" fmla="*/ 128520 w 128160"/>
                <a:gd name="textAreaTop" fmla="*/ 0 h 123840"/>
                <a:gd name="textAreaBottom" fmla="*/ 124200 h 123840"/>
              </a:gdLst>
              <a:ahLst/>
              <a:rect l="textAreaLeft" t="textAreaTop" r="textAreaRight" b="textAreaBottom"/>
              <a:pathLst>
                <a:path w="171448" h="165837">
                  <a:moveTo>
                    <a:pt x="0" y="0"/>
                  </a:moveTo>
                  <a:lnTo>
                    <a:pt x="171449" y="0"/>
                  </a:lnTo>
                  <a:lnTo>
                    <a:pt x="171449" y="165838"/>
                  </a:lnTo>
                  <a:lnTo>
                    <a:pt x="0" y="1658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8" name="Group 2"/>
          <p:cNvGrpSpPr/>
          <p:nvPr/>
        </p:nvGrpSpPr>
        <p:grpSpPr>
          <a:xfrm>
            <a:off x="3881160" y="1584720"/>
            <a:ext cx="2735640" cy="999720"/>
            <a:chOff x="3881160" y="1584720"/>
            <a:chExt cx="2735640" cy="999720"/>
          </a:xfrm>
        </p:grpSpPr>
        <p:sp>
          <p:nvSpPr>
            <p:cNvPr id="819" name="Freeform 3"/>
            <p:cNvSpPr/>
            <p:nvPr/>
          </p:nvSpPr>
          <p:spPr>
            <a:xfrm>
              <a:off x="3881160" y="1729440"/>
              <a:ext cx="2735640" cy="855000"/>
            </a:xfrm>
            <a:custGeom>
              <a:avLst/>
              <a:gdLst>
                <a:gd name="textAreaLeft" fmla="*/ 0 w 2735640"/>
                <a:gd name="textAreaRight" fmla="*/ 2736000 w 273564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720625" h="225313">
                  <a:moveTo>
                    <a:pt x="0" y="0"/>
                  </a:moveTo>
                  <a:lnTo>
                    <a:pt x="720625" y="0"/>
                  </a:lnTo>
                  <a:lnTo>
                    <a:pt x="720625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0" name="TextBox 4"/>
            <p:cNvSpPr/>
            <p:nvPr/>
          </p:nvSpPr>
          <p:spPr>
            <a:xfrm>
              <a:off x="3881160" y="1584720"/>
              <a:ext cx="273564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21" name="Group 5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822" name="Freeform 6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3" name="TextBox 7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24" name="Freeform 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25" name="Group 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826" name="Freeform 1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7" name="TextBox 1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28" name="Freeform 1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29" name="Group 1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830" name="Freeform 1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1" name="TextBox 1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32" name="Freeform 1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Freeform 1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Freeform 1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Freeform 1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Freeform 2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37" name="Group 2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838" name="Freeform 2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9" name="TextBox 2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40" name="Freeform 2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Freeform 2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42" name="Group 2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843" name="Freeform 2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4" name="TextBox 2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45" name="AutoShape 29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46" name="Group 30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847" name="Freeform 31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8" name="TextBox 32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49" name="Group 33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850" name="Freeform 34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1" name="TextBox 35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52" name="Group 36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853" name="Freeform 37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4" name="TextBox 38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55" name="Group 39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856" name="Freeform 40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7" name="TextBox 41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58" name="Group 42"/>
          <p:cNvGrpSpPr/>
          <p:nvPr/>
        </p:nvGrpSpPr>
        <p:grpSpPr>
          <a:xfrm>
            <a:off x="3740760" y="681840"/>
            <a:ext cx="1366920" cy="594720"/>
            <a:chOff x="3740760" y="681840"/>
            <a:chExt cx="1366920" cy="594720"/>
          </a:xfrm>
        </p:grpSpPr>
        <p:sp>
          <p:nvSpPr>
            <p:cNvPr id="859" name="Freeform 43"/>
            <p:cNvSpPr/>
            <p:nvPr/>
          </p:nvSpPr>
          <p:spPr>
            <a:xfrm>
              <a:off x="3740760" y="826560"/>
              <a:ext cx="1366920" cy="450000"/>
            </a:xfrm>
            <a:custGeom>
              <a:avLst/>
              <a:gdLst>
                <a:gd name="textAreaLeft" fmla="*/ 0 w 1366920"/>
                <a:gd name="textAreaRight" fmla="*/ 1367280 w 1366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0" name="TextBox 44"/>
            <p:cNvSpPr/>
            <p:nvPr/>
          </p:nvSpPr>
          <p:spPr>
            <a:xfrm>
              <a:off x="3740760" y="681840"/>
              <a:ext cx="1366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61" name="Group 45"/>
          <p:cNvGrpSpPr/>
          <p:nvPr/>
        </p:nvGrpSpPr>
        <p:grpSpPr>
          <a:xfrm>
            <a:off x="5108040" y="684720"/>
            <a:ext cx="1385640" cy="594720"/>
            <a:chOff x="5108040" y="684720"/>
            <a:chExt cx="1385640" cy="594720"/>
          </a:xfrm>
        </p:grpSpPr>
        <p:sp>
          <p:nvSpPr>
            <p:cNvPr id="862" name="Freeform 46"/>
            <p:cNvSpPr/>
            <p:nvPr/>
          </p:nvSpPr>
          <p:spPr>
            <a:xfrm>
              <a:off x="5108040" y="829080"/>
              <a:ext cx="1385640" cy="450000"/>
            </a:xfrm>
            <a:custGeom>
              <a:avLst/>
              <a:gdLst>
                <a:gd name="textAreaLeft" fmla="*/ 0 w 1385640"/>
                <a:gd name="textAreaRight" fmla="*/ 1386000 w 1385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3" name="TextBox 47"/>
            <p:cNvSpPr/>
            <p:nvPr/>
          </p:nvSpPr>
          <p:spPr>
            <a:xfrm>
              <a:off x="5108040" y="684720"/>
              <a:ext cx="1385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64" name="Group 48"/>
          <p:cNvGrpSpPr/>
          <p:nvPr/>
        </p:nvGrpSpPr>
        <p:grpSpPr>
          <a:xfrm>
            <a:off x="6494040" y="684720"/>
            <a:ext cx="1029600" cy="594720"/>
            <a:chOff x="6494040" y="684720"/>
            <a:chExt cx="1029600" cy="594720"/>
          </a:xfrm>
        </p:grpSpPr>
        <p:sp>
          <p:nvSpPr>
            <p:cNvPr id="865" name="Freeform 49"/>
            <p:cNvSpPr/>
            <p:nvPr/>
          </p:nvSpPr>
          <p:spPr>
            <a:xfrm>
              <a:off x="6494040" y="829080"/>
              <a:ext cx="1029600" cy="450000"/>
            </a:xfrm>
            <a:custGeom>
              <a:avLst/>
              <a:gdLst>
                <a:gd name="textAreaLeft" fmla="*/ 0 w 1029600"/>
                <a:gd name="textAreaRight" fmla="*/ 1029960 w 10296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6" name="TextBox 50"/>
            <p:cNvSpPr/>
            <p:nvPr/>
          </p:nvSpPr>
          <p:spPr>
            <a:xfrm>
              <a:off x="6494040" y="684720"/>
              <a:ext cx="10296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67" name="Group 51"/>
          <p:cNvGrpSpPr/>
          <p:nvPr/>
        </p:nvGrpSpPr>
        <p:grpSpPr>
          <a:xfrm>
            <a:off x="7524000" y="684720"/>
            <a:ext cx="1102320" cy="594720"/>
            <a:chOff x="7524000" y="684720"/>
            <a:chExt cx="1102320" cy="594720"/>
          </a:xfrm>
        </p:grpSpPr>
        <p:sp>
          <p:nvSpPr>
            <p:cNvPr id="868" name="Freeform 52"/>
            <p:cNvSpPr/>
            <p:nvPr/>
          </p:nvSpPr>
          <p:spPr>
            <a:xfrm>
              <a:off x="7524000" y="829080"/>
              <a:ext cx="1102320" cy="450000"/>
            </a:xfrm>
            <a:custGeom>
              <a:avLst/>
              <a:gdLst>
                <a:gd name="textAreaLeft" fmla="*/ 0 w 1102320"/>
                <a:gd name="textAreaRight" fmla="*/ 1102680 w 11023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9" name="TextBox 53"/>
            <p:cNvSpPr/>
            <p:nvPr/>
          </p:nvSpPr>
          <p:spPr>
            <a:xfrm>
              <a:off x="7524000" y="684720"/>
              <a:ext cx="11023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70" name="TextBox 54"/>
          <p:cNvSpPr/>
          <p:nvPr/>
        </p:nvSpPr>
        <p:spPr>
          <a:xfrm>
            <a:off x="1917360" y="1748520"/>
            <a:ext cx="469980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FAVICON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1" name="TextBox 55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" name="TextBox 56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3" name="TextBox 57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TextBox 58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5" name="TextBox 59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6" name="TextBox 60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7" name="TextBox 61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8" name="TextBox 62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9" name="TextBox 63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0" name="TextBox 64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TextBox 65"/>
          <p:cNvSpPr/>
          <p:nvPr/>
        </p:nvSpPr>
        <p:spPr>
          <a:xfrm>
            <a:off x="3903480" y="8348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H_Rules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2" name="TextBox 66"/>
          <p:cNvSpPr/>
          <p:nvPr/>
        </p:nvSpPr>
        <p:spPr>
          <a:xfrm>
            <a:off x="5257800" y="835560"/>
            <a:ext cx="10857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L_Breaks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3" name="TextBox 67"/>
          <p:cNvSpPr/>
          <p:nvPr/>
        </p:nvSpPr>
        <p:spPr>
          <a:xfrm>
            <a:off x="6617520" y="834840"/>
            <a:ext cx="749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Links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4" name="TextBox 68"/>
          <p:cNvSpPr/>
          <p:nvPr/>
        </p:nvSpPr>
        <p:spPr>
          <a:xfrm>
            <a:off x="7608240" y="835560"/>
            <a:ext cx="934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Images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85" name="Group 69"/>
          <p:cNvGrpSpPr/>
          <p:nvPr/>
        </p:nvGrpSpPr>
        <p:grpSpPr>
          <a:xfrm>
            <a:off x="8626680" y="684720"/>
            <a:ext cx="1656360" cy="594720"/>
            <a:chOff x="8626680" y="684720"/>
            <a:chExt cx="1656360" cy="594720"/>
          </a:xfrm>
        </p:grpSpPr>
        <p:grpSp>
          <p:nvGrpSpPr>
            <p:cNvPr id="886" name="Group 70"/>
            <p:cNvGrpSpPr/>
            <p:nvPr/>
          </p:nvGrpSpPr>
          <p:grpSpPr>
            <a:xfrm>
              <a:off x="8626680" y="684720"/>
              <a:ext cx="1656360" cy="594720"/>
              <a:chOff x="8626680" y="684720"/>
              <a:chExt cx="1656360" cy="594720"/>
            </a:xfrm>
          </p:grpSpPr>
          <p:sp>
            <p:nvSpPr>
              <p:cNvPr id="887" name="Freeform 71"/>
              <p:cNvSpPr/>
              <p:nvPr/>
            </p:nvSpPr>
            <p:spPr>
              <a:xfrm>
                <a:off x="8626680" y="829080"/>
                <a:ext cx="1656360" cy="450000"/>
              </a:xfrm>
              <a:custGeom>
                <a:avLst/>
                <a:gdLst>
                  <a:gd name="textAreaLeft" fmla="*/ 0 w 1656360"/>
                  <a:gd name="textAreaRight" fmla="*/ 1656720 w 1656360"/>
                  <a:gd name="textAreaTop" fmla="*/ 0 h 450000"/>
                  <a:gd name="textAreaBottom" fmla="*/ 450360 h 450000"/>
                </a:gdLst>
                <a:ahLst/>
                <a:rect l="textAreaLeft" t="textAreaTop" r="textAreaRight" b="textAreaBottom"/>
                <a:pathLst>
                  <a:path w="436320" h="118584">
                    <a:moveTo>
                      <a:pt x="0" y="0"/>
                    </a:moveTo>
                    <a:lnTo>
                      <a:pt x="436320" y="0"/>
                    </a:lnTo>
                    <a:lnTo>
                      <a:pt x="436320" y="118584"/>
                    </a:lnTo>
                    <a:lnTo>
                      <a:pt x="0" y="118584"/>
                    </a:lnTo>
                    <a:close/>
                  </a:path>
                </a:pathLst>
              </a:custGeom>
              <a:solidFill>
                <a:srgbClr val="23222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PH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88" name="TextBox 72"/>
              <p:cNvSpPr/>
              <p:nvPr/>
            </p:nvSpPr>
            <p:spPr>
              <a:xfrm>
                <a:off x="8626680" y="684720"/>
                <a:ext cx="1656360" cy="594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659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889" name="TextBox 73"/>
            <p:cNvSpPr/>
            <p:nvPr/>
          </p:nvSpPr>
          <p:spPr>
            <a:xfrm>
              <a:off x="8816760" y="843120"/>
              <a:ext cx="1060560" cy="338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2659"/>
                </a:lnSpc>
              </a:pPr>
              <a:r>
                <a:rPr b="0" lang="en-US" sz="1900" spc="-1" strike="noStrike">
                  <a:solidFill>
                    <a:srgbClr val="ffffff"/>
                  </a:solidFill>
                  <a:latin typeface="Consolas"/>
                  <a:ea typeface="Consolas"/>
                </a:rPr>
                <a:t>Favicon</a:t>
              </a:r>
              <a:endParaRPr b="0" lang="en-PH" sz="19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0" name="Freeform 74"/>
            <p:cNvSpPr/>
            <p:nvPr/>
          </p:nvSpPr>
          <p:spPr>
            <a:xfrm>
              <a:off x="10020960" y="992160"/>
              <a:ext cx="128160" cy="123840"/>
            </a:xfrm>
            <a:custGeom>
              <a:avLst/>
              <a:gdLst>
                <a:gd name="textAreaLeft" fmla="*/ 0 w 128160"/>
                <a:gd name="textAreaRight" fmla="*/ 128520 w 128160"/>
                <a:gd name="textAreaTop" fmla="*/ 0 h 123840"/>
                <a:gd name="textAreaBottom" fmla="*/ 124200 h 123840"/>
              </a:gdLst>
              <a:ahLst/>
              <a:rect l="textAreaLeft" t="textAreaTop" r="textAreaRight" b="textAreaBottom"/>
              <a:pathLst>
                <a:path w="171448" h="165837">
                  <a:moveTo>
                    <a:pt x="0" y="0"/>
                  </a:moveTo>
                  <a:lnTo>
                    <a:pt x="171449" y="0"/>
                  </a:lnTo>
                  <a:lnTo>
                    <a:pt x="171449" y="165838"/>
                  </a:lnTo>
                  <a:lnTo>
                    <a:pt x="0" y="1658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91" name="TextBox 75"/>
          <p:cNvSpPr/>
          <p:nvPr/>
        </p:nvSpPr>
        <p:spPr>
          <a:xfrm>
            <a:off x="2233080" y="3063240"/>
            <a:ext cx="2921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92" name="Group 76"/>
          <p:cNvGrpSpPr/>
          <p:nvPr/>
        </p:nvGrpSpPr>
        <p:grpSpPr>
          <a:xfrm>
            <a:off x="2637000" y="5450040"/>
            <a:ext cx="9185040" cy="667800"/>
            <a:chOff x="2637000" y="5450040"/>
            <a:chExt cx="9185040" cy="667800"/>
          </a:xfrm>
        </p:grpSpPr>
        <p:sp>
          <p:nvSpPr>
            <p:cNvPr id="893" name="Freeform 77"/>
            <p:cNvSpPr/>
            <p:nvPr/>
          </p:nvSpPr>
          <p:spPr>
            <a:xfrm>
              <a:off x="2637000" y="5594760"/>
              <a:ext cx="9185040" cy="523080"/>
            </a:xfrm>
            <a:custGeom>
              <a:avLst/>
              <a:gdLst>
                <a:gd name="textAreaLeft" fmla="*/ 0 w 9185040"/>
                <a:gd name="textAreaRight" fmla="*/ 9185400 w 918504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419176" h="137899">
                  <a:moveTo>
                    <a:pt x="0" y="0"/>
                  </a:moveTo>
                  <a:lnTo>
                    <a:pt x="2419176" y="0"/>
                  </a:lnTo>
                  <a:lnTo>
                    <a:pt x="2419176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4" name="TextBox 78"/>
            <p:cNvSpPr/>
            <p:nvPr/>
          </p:nvSpPr>
          <p:spPr>
            <a:xfrm>
              <a:off x="2637000" y="5450040"/>
              <a:ext cx="918504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95" name="TextBox 79"/>
          <p:cNvSpPr/>
          <p:nvPr/>
        </p:nvSpPr>
        <p:spPr>
          <a:xfrm>
            <a:off x="2270880" y="3794400"/>
            <a:ext cx="10627200" cy="58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38"/>
              </a:lnSpc>
            </a:pPr>
            <a:r>
              <a:rPr b="0" lang="en-US" sz="2530" spc="-1" strike="noStrike">
                <a:solidFill>
                  <a:srgbClr val="ffffff"/>
                </a:solidFill>
                <a:latin typeface="Consolas"/>
                <a:ea typeface="Consolas"/>
              </a:rPr>
              <a:t>&lt;!DOCTYPE html&gt;</a:t>
            </a:r>
            <a:endParaRPr b="0" lang="en-PH" sz="25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538"/>
              </a:lnSpc>
            </a:pPr>
            <a:r>
              <a:rPr b="0" lang="en-US" sz="2530" spc="-1" strike="noStrike">
                <a:solidFill>
                  <a:srgbClr val="ffffff"/>
                </a:solidFill>
                <a:latin typeface="Consolas"/>
                <a:ea typeface="Consolas"/>
              </a:rPr>
              <a:t>&lt;html&gt;</a:t>
            </a:r>
            <a:endParaRPr b="0" lang="en-PH" sz="25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538"/>
              </a:lnSpc>
            </a:pPr>
            <a:r>
              <a:rPr b="0" lang="en-US" sz="2530" spc="-1" strike="noStrike">
                <a:solidFill>
                  <a:srgbClr val="ffffff"/>
                </a:solidFill>
                <a:latin typeface="Consolas"/>
                <a:ea typeface="Consolas"/>
              </a:rPr>
              <a:t>&lt;head&gt;</a:t>
            </a:r>
            <a:endParaRPr b="0" lang="en-PH" sz="25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538"/>
              </a:lnSpc>
            </a:pPr>
            <a:r>
              <a:rPr b="0" lang="en-US" sz="253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2530" spc="-1" strike="noStrike">
                <a:solidFill>
                  <a:srgbClr val="ffffff"/>
                </a:solidFill>
                <a:latin typeface="Consolas"/>
                <a:ea typeface="Consolas"/>
              </a:rPr>
              <a:t>&lt;title&gt;My Page Title&lt;/title&gt;</a:t>
            </a:r>
            <a:endParaRPr b="0" lang="en-PH" sz="25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538"/>
              </a:lnSpc>
            </a:pPr>
            <a:r>
              <a:rPr b="0" lang="en-US" sz="253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2530" spc="-1" strike="noStrike">
                <a:solidFill>
                  <a:srgbClr val="ffffff"/>
                </a:solidFill>
                <a:latin typeface="Consolas"/>
                <a:ea typeface="Consolas"/>
              </a:rPr>
              <a:t>&lt;link rel="icon" type="" href=“location and format"&gt;</a:t>
            </a:r>
            <a:endParaRPr b="0" lang="en-PH" sz="25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538"/>
              </a:lnSpc>
            </a:pPr>
            <a:r>
              <a:rPr b="0" lang="en-US" sz="2530" spc="-1" strike="noStrike">
                <a:solidFill>
                  <a:srgbClr val="ffffff"/>
                </a:solidFill>
                <a:latin typeface="Consolas"/>
                <a:ea typeface="Consolas"/>
              </a:rPr>
              <a:t>&lt;/head&gt;</a:t>
            </a:r>
            <a:endParaRPr b="0" lang="en-PH" sz="25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538"/>
              </a:lnSpc>
            </a:pPr>
            <a:r>
              <a:rPr b="0" lang="en-US" sz="2530" spc="-1" strike="noStrike">
                <a:solidFill>
                  <a:srgbClr val="ffffff"/>
                </a:solidFill>
                <a:latin typeface="Consolas"/>
                <a:ea typeface="Consolas"/>
              </a:rPr>
              <a:t>&lt;body&gt;</a:t>
            </a:r>
            <a:endParaRPr b="0" lang="en-PH" sz="25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538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538"/>
              </a:lnSpc>
            </a:pPr>
            <a:r>
              <a:rPr b="0" lang="en-US" sz="2530" spc="-1" strike="noStrike">
                <a:solidFill>
                  <a:srgbClr val="ffffff"/>
                </a:solidFill>
                <a:latin typeface="Consolas"/>
                <a:ea typeface="Consolas"/>
              </a:rPr>
              <a:t>&lt;h1&gt;This is a Heading&lt;/h1&gt;</a:t>
            </a:r>
            <a:endParaRPr b="0" lang="en-PH" sz="25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538"/>
              </a:lnSpc>
            </a:pPr>
            <a:r>
              <a:rPr b="0" lang="en-US" sz="2530" spc="-1" strike="noStrike">
                <a:solidFill>
                  <a:srgbClr val="ffffff"/>
                </a:solidFill>
                <a:latin typeface="Consolas"/>
                <a:ea typeface="Consolas"/>
              </a:rPr>
              <a:t>&lt;p&gt;This is a paragraph.&lt;/p&gt;</a:t>
            </a:r>
            <a:endParaRPr b="0" lang="en-PH" sz="25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538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538"/>
              </a:lnSpc>
            </a:pPr>
            <a:r>
              <a:rPr b="0" lang="en-US" sz="2530" spc="-1" strike="noStrike">
                <a:solidFill>
                  <a:srgbClr val="ffffff"/>
                </a:solidFill>
                <a:latin typeface="Consolas"/>
                <a:ea typeface="Consolas"/>
              </a:rPr>
              <a:t>&lt;/body&gt;</a:t>
            </a:r>
            <a:endParaRPr b="0" lang="en-PH" sz="25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538"/>
              </a:lnSpc>
            </a:pPr>
            <a:r>
              <a:rPr b="0" lang="en-US" sz="2530" spc="-1" strike="noStrike">
                <a:solidFill>
                  <a:srgbClr val="ffffff"/>
                </a:solidFill>
                <a:latin typeface="Consolas"/>
                <a:ea typeface="Consolas"/>
              </a:rPr>
              <a:t>&lt;/html&gt;</a:t>
            </a:r>
            <a:endParaRPr b="0" lang="en-PH" sz="253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6" name="Group 2"/>
          <p:cNvGrpSpPr/>
          <p:nvPr/>
        </p:nvGrpSpPr>
        <p:grpSpPr>
          <a:xfrm>
            <a:off x="3881160" y="1584720"/>
            <a:ext cx="1521720" cy="999720"/>
            <a:chOff x="3881160" y="1584720"/>
            <a:chExt cx="1521720" cy="999720"/>
          </a:xfrm>
        </p:grpSpPr>
        <p:sp>
          <p:nvSpPr>
            <p:cNvPr id="897" name="Freeform 3"/>
            <p:cNvSpPr/>
            <p:nvPr/>
          </p:nvSpPr>
          <p:spPr>
            <a:xfrm>
              <a:off x="3881160" y="1729440"/>
              <a:ext cx="1521720" cy="855000"/>
            </a:xfrm>
            <a:custGeom>
              <a:avLst/>
              <a:gdLst>
                <a:gd name="textAreaLeft" fmla="*/ 0 w 1521720"/>
                <a:gd name="textAreaRight" fmla="*/ 1522080 w 152172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400860" h="225313">
                  <a:moveTo>
                    <a:pt x="0" y="0"/>
                  </a:moveTo>
                  <a:lnTo>
                    <a:pt x="400860" y="0"/>
                  </a:lnTo>
                  <a:lnTo>
                    <a:pt x="400860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8" name="TextBox 4"/>
            <p:cNvSpPr/>
            <p:nvPr/>
          </p:nvSpPr>
          <p:spPr>
            <a:xfrm>
              <a:off x="3881160" y="1584720"/>
              <a:ext cx="152172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99" name="Group 5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900" name="Freeform 6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1" name="TextBox 7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02" name="Freeform 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03" name="Group 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904" name="Freeform 1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5" name="TextBox 1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06" name="Freeform 1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07" name="Group 1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908" name="Freeform 1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9" name="TextBox 1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10" name="Freeform 1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Freeform 1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Freeform 1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Freeform 1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Freeform 2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15" name="Group 2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916" name="Freeform 2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17" name="TextBox 2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18" name="Freeform 2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Freeform 2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20" name="Group 2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921" name="Freeform 2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2" name="TextBox 2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23" name="AutoShape 29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24" name="Group 30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925" name="Freeform 31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6" name="TextBox 32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27" name="Group 33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928" name="Freeform 34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9" name="TextBox 35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30" name="Group 36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931" name="Freeform 37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2" name="TextBox 38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33" name="Group 39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934" name="Freeform 40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5" name="TextBox 41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36" name="Group 42"/>
          <p:cNvGrpSpPr/>
          <p:nvPr/>
        </p:nvGrpSpPr>
        <p:grpSpPr>
          <a:xfrm>
            <a:off x="3740760" y="681840"/>
            <a:ext cx="1366920" cy="594720"/>
            <a:chOff x="3740760" y="681840"/>
            <a:chExt cx="1366920" cy="594720"/>
          </a:xfrm>
        </p:grpSpPr>
        <p:sp>
          <p:nvSpPr>
            <p:cNvPr id="937" name="Freeform 43"/>
            <p:cNvSpPr/>
            <p:nvPr/>
          </p:nvSpPr>
          <p:spPr>
            <a:xfrm>
              <a:off x="3740760" y="826560"/>
              <a:ext cx="1366920" cy="450000"/>
            </a:xfrm>
            <a:custGeom>
              <a:avLst/>
              <a:gdLst>
                <a:gd name="textAreaLeft" fmla="*/ 0 w 1366920"/>
                <a:gd name="textAreaRight" fmla="*/ 1367280 w 1366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8" name="TextBox 44"/>
            <p:cNvSpPr/>
            <p:nvPr/>
          </p:nvSpPr>
          <p:spPr>
            <a:xfrm>
              <a:off x="3740760" y="681840"/>
              <a:ext cx="1366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39" name="Group 45"/>
          <p:cNvGrpSpPr/>
          <p:nvPr/>
        </p:nvGrpSpPr>
        <p:grpSpPr>
          <a:xfrm>
            <a:off x="5108040" y="684720"/>
            <a:ext cx="1385640" cy="594720"/>
            <a:chOff x="5108040" y="684720"/>
            <a:chExt cx="1385640" cy="594720"/>
          </a:xfrm>
        </p:grpSpPr>
        <p:sp>
          <p:nvSpPr>
            <p:cNvPr id="940" name="Freeform 46"/>
            <p:cNvSpPr/>
            <p:nvPr/>
          </p:nvSpPr>
          <p:spPr>
            <a:xfrm>
              <a:off x="5108040" y="829080"/>
              <a:ext cx="1385640" cy="450000"/>
            </a:xfrm>
            <a:custGeom>
              <a:avLst/>
              <a:gdLst>
                <a:gd name="textAreaLeft" fmla="*/ 0 w 1385640"/>
                <a:gd name="textAreaRight" fmla="*/ 1386000 w 1385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1" name="TextBox 47"/>
            <p:cNvSpPr/>
            <p:nvPr/>
          </p:nvSpPr>
          <p:spPr>
            <a:xfrm>
              <a:off x="5108040" y="684720"/>
              <a:ext cx="1385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42" name="Group 48"/>
          <p:cNvGrpSpPr/>
          <p:nvPr/>
        </p:nvGrpSpPr>
        <p:grpSpPr>
          <a:xfrm>
            <a:off x="6494040" y="684720"/>
            <a:ext cx="1029600" cy="594720"/>
            <a:chOff x="6494040" y="684720"/>
            <a:chExt cx="1029600" cy="594720"/>
          </a:xfrm>
        </p:grpSpPr>
        <p:sp>
          <p:nvSpPr>
            <p:cNvPr id="943" name="Freeform 49"/>
            <p:cNvSpPr/>
            <p:nvPr/>
          </p:nvSpPr>
          <p:spPr>
            <a:xfrm>
              <a:off x="6494040" y="829080"/>
              <a:ext cx="1029600" cy="450000"/>
            </a:xfrm>
            <a:custGeom>
              <a:avLst/>
              <a:gdLst>
                <a:gd name="textAreaLeft" fmla="*/ 0 w 1029600"/>
                <a:gd name="textAreaRight" fmla="*/ 1029960 w 10296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4" name="TextBox 50"/>
            <p:cNvSpPr/>
            <p:nvPr/>
          </p:nvSpPr>
          <p:spPr>
            <a:xfrm>
              <a:off x="6494040" y="684720"/>
              <a:ext cx="10296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45" name="Group 51"/>
          <p:cNvGrpSpPr/>
          <p:nvPr/>
        </p:nvGrpSpPr>
        <p:grpSpPr>
          <a:xfrm>
            <a:off x="7524000" y="684720"/>
            <a:ext cx="1102320" cy="594720"/>
            <a:chOff x="7524000" y="684720"/>
            <a:chExt cx="1102320" cy="594720"/>
          </a:xfrm>
        </p:grpSpPr>
        <p:sp>
          <p:nvSpPr>
            <p:cNvPr id="946" name="Freeform 52"/>
            <p:cNvSpPr/>
            <p:nvPr/>
          </p:nvSpPr>
          <p:spPr>
            <a:xfrm>
              <a:off x="7524000" y="829080"/>
              <a:ext cx="1102320" cy="450000"/>
            </a:xfrm>
            <a:custGeom>
              <a:avLst/>
              <a:gdLst>
                <a:gd name="textAreaLeft" fmla="*/ 0 w 1102320"/>
                <a:gd name="textAreaRight" fmla="*/ 1102680 w 11023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47" name="TextBox 53"/>
            <p:cNvSpPr/>
            <p:nvPr/>
          </p:nvSpPr>
          <p:spPr>
            <a:xfrm>
              <a:off x="7524000" y="684720"/>
              <a:ext cx="11023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48" name="TextBox 54"/>
          <p:cNvSpPr/>
          <p:nvPr/>
        </p:nvSpPr>
        <p:spPr>
          <a:xfrm>
            <a:off x="1917360" y="1748520"/>
            <a:ext cx="348552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LIST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9" name="TextBox 55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0" name="TextBox 56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1" name="TextBox 57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2" name="TextBox 58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3" name="TextBox 59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4" name="TextBox 60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5" name="TextBox 61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6" name="TextBox 62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7" name="TextBox 63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TextBox 64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9" name="TextBox 65"/>
          <p:cNvSpPr/>
          <p:nvPr/>
        </p:nvSpPr>
        <p:spPr>
          <a:xfrm>
            <a:off x="3903480" y="8348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H_Rules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0" name="TextBox 66"/>
          <p:cNvSpPr/>
          <p:nvPr/>
        </p:nvSpPr>
        <p:spPr>
          <a:xfrm>
            <a:off x="5257800" y="835560"/>
            <a:ext cx="10857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L_Breaks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1" name="TextBox 67"/>
          <p:cNvSpPr/>
          <p:nvPr/>
        </p:nvSpPr>
        <p:spPr>
          <a:xfrm>
            <a:off x="6617520" y="834840"/>
            <a:ext cx="749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Links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TextBox 68"/>
          <p:cNvSpPr/>
          <p:nvPr/>
        </p:nvSpPr>
        <p:spPr>
          <a:xfrm>
            <a:off x="7608240" y="835560"/>
            <a:ext cx="934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Images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63" name="Group 69"/>
          <p:cNvGrpSpPr/>
          <p:nvPr/>
        </p:nvGrpSpPr>
        <p:grpSpPr>
          <a:xfrm>
            <a:off x="8626680" y="684720"/>
            <a:ext cx="1195920" cy="594720"/>
            <a:chOff x="8626680" y="684720"/>
            <a:chExt cx="1195920" cy="594720"/>
          </a:xfrm>
        </p:grpSpPr>
        <p:sp>
          <p:nvSpPr>
            <p:cNvPr id="964" name="Freeform 70"/>
            <p:cNvSpPr/>
            <p:nvPr/>
          </p:nvSpPr>
          <p:spPr>
            <a:xfrm>
              <a:off x="8626680" y="829080"/>
              <a:ext cx="1195920" cy="450000"/>
            </a:xfrm>
            <a:custGeom>
              <a:avLst/>
              <a:gdLst>
                <a:gd name="textAreaLeft" fmla="*/ 0 w 1195920"/>
                <a:gd name="textAreaRight" fmla="*/ 1196280 w 1195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65" name="TextBox 71"/>
            <p:cNvSpPr/>
            <p:nvPr/>
          </p:nvSpPr>
          <p:spPr>
            <a:xfrm>
              <a:off x="8626680" y="684720"/>
              <a:ext cx="1195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66" name="TextBox 72"/>
          <p:cNvSpPr/>
          <p:nvPr/>
        </p:nvSpPr>
        <p:spPr>
          <a:xfrm>
            <a:off x="8694360" y="8240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Favicon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7" name="TextBox 73"/>
          <p:cNvSpPr/>
          <p:nvPr/>
        </p:nvSpPr>
        <p:spPr>
          <a:xfrm>
            <a:off x="2233080" y="3061080"/>
            <a:ext cx="14275800" cy="11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HTML lists allow web developers to group a set of related items in lists.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68" name="Group 74"/>
          <p:cNvGrpSpPr/>
          <p:nvPr/>
        </p:nvGrpSpPr>
        <p:grpSpPr>
          <a:xfrm>
            <a:off x="1740600" y="4815720"/>
            <a:ext cx="277920" cy="277920"/>
            <a:chOff x="1740600" y="4815720"/>
            <a:chExt cx="277920" cy="277920"/>
          </a:xfrm>
        </p:grpSpPr>
        <p:sp>
          <p:nvSpPr>
            <p:cNvPr id="969" name="Freeform 75"/>
            <p:cNvSpPr/>
            <p:nvPr/>
          </p:nvSpPr>
          <p:spPr>
            <a:xfrm>
              <a:off x="1740600" y="48157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0" name="TextBox 76"/>
            <p:cNvSpPr/>
            <p:nvPr/>
          </p:nvSpPr>
          <p:spPr>
            <a:xfrm>
              <a:off x="1766520" y="48286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71" name="TextBox 77"/>
          <p:cNvSpPr/>
          <p:nvPr/>
        </p:nvSpPr>
        <p:spPr>
          <a:xfrm>
            <a:off x="2233080" y="4570200"/>
            <a:ext cx="5290920" cy="34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An unordered HTML list: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lvl="1" marL="690120" indent="-345240" defTabSz="914400">
              <a:lnSpc>
                <a:spcPts val="4476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Item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lvl="1" marL="690120" indent="-345240" defTabSz="914400">
              <a:lnSpc>
                <a:spcPts val="4476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Item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lvl="1" marL="690120" indent="-345240" defTabSz="914400">
              <a:lnSpc>
                <a:spcPts val="4476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Item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lvl="1" marL="690120" indent="-345240" defTabSz="914400">
              <a:lnSpc>
                <a:spcPts val="4476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Item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72" name="Group 78"/>
          <p:cNvGrpSpPr/>
          <p:nvPr/>
        </p:nvGrpSpPr>
        <p:grpSpPr>
          <a:xfrm>
            <a:off x="9723960" y="4815720"/>
            <a:ext cx="277920" cy="277920"/>
            <a:chOff x="9723960" y="4815720"/>
            <a:chExt cx="277920" cy="277920"/>
          </a:xfrm>
        </p:grpSpPr>
        <p:sp>
          <p:nvSpPr>
            <p:cNvPr id="973" name="Freeform 79"/>
            <p:cNvSpPr/>
            <p:nvPr/>
          </p:nvSpPr>
          <p:spPr>
            <a:xfrm>
              <a:off x="9723960" y="48157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4" name="TextBox 80"/>
            <p:cNvSpPr/>
            <p:nvPr/>
          </p:nvSpPr>
          <p:spPr>
            <a:xfrm>
              <a:off x="9749880" y="48286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75" name="TextBox 81"/>
          <p:cNvSpPr/>
          <p:nvPr/>
        </p:nvSpPr>
        <p:spPr>
          <a:xfrm>
            <a:off x="10211760" y="4570200"/>
            <a:ext cx="5290920" cy="28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An ordered HTML list: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1. First item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2. Second item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3. Third item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4. Fourth item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76" name="Group 82"/>
          <p:cNvGrpSpPr/>
          <p:nvPr/>
        </p:nvGrpSpPr>
        <p:grpSpPr>
          <a:xfrm>
            <a:off x="9821880" y="695520"/>
            <a:ext cx="1238400" cy="594720"/>
            <a:chOff x="9821880" y="695520"/>
            <a:chExt cx="1238400" cy="594720"/>
          </a:xfrm>
        </p:grpSpPr>
        <p:sp>
          <p:nvSpPr>
            <p:cNvPr id="977" name="Freeform 83"/>
            <p:cNvSpPr/>
            <p:nvPr/>
          </p:nvSpPr>
          <p:spPr>
            <a:xfrm>
              <a:off x="9821880" y="840240"/>
              <a:ext cx="1238400" cy="450000"/>
            </a:xfrm>
            <a:custGeom>
              <a:avLst/>
              <a:gdLst>
                <a:gd name="textAreaLeft" fmla="*/ 0 w 1238400"/>
                <a:gd name="textAreaRight" fmla="*/ 1238760 w 12384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26213" h="118584">
                  <a:moveTo>
                    <a:pt x="0" y="0"/>
                  </a:moveTo>
                  <a:lnTo>
                    <a:pt x="326213" y="0"/>
                  </a:lnTo>
                  <a:lnTo>
                    <a:pt x="326213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8" name="TextBox 84"/>
            <p:cNvSpPr/>
            <p:nvPr/>
          </p:nvSpPr>
          <p:spPr>
            <a:xfrm>
              <a:off x="9821880" y="695520"/>
              <a:ext cx="12384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79" name="TextBox 85"/>
          <p:cNvSpPr/>
          <p:nvPr/>
        </p:nvSpPr>
        <p:spPr>
          <a:xfrm>
            <a:off x="9822960" y="834840"/>
            <a:ext cx="889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Lists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0" name="Freeform 86"/>
          <p:cNvSpPr/>
          <p:nvPr/>
        </p:nvSpPr>
        <p:spPr>
          <a:xfrm>
            <a:off x="10741680" y="1002960"/>
            <a:ext cx="128160" cy="123840"/>
          </a:xfrm>
          <a:custGeom>
            <a:avLst/>
            <a:gdLst>
              <a:gd name="textAreaLeft" fmla="*/ 0 w 128160"/>
              <a:gd name="textAreaRight" fmla="*/ 128520 w 128160"/>
              <a:gd name="textAreaTop" fmla="*/ 0 h 123840"/>
              <a:gd name="textAreaBottom" fmla="*/ 124200 h 123840"/>
            </a:gdLst>
            <a:ahLst/>
            <a:rect l="textAreaLeft" t="textAreaTop" r="textAreaRight" b="textAreaBottom"/>
            <a:pathLst>
              <a:path w="128586" h="124378">
                <a:moveTo>
                  <a:pt x="0" y="0"/>
                </a:moveTo>
                <a:lnTo>
                  <a:pt x="128587" y="0"/>
                </a:lnTo>
                <a:lnTo>
                  <a:pt x="128587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1" name="Group 2"/>
          <p:cNvGrpSpPr/>
          <p:nvPr/>
        </p:nvGrpSpPr>
        <p:grpSpPr>
          <a:xfrm>
            <a:off x="5968800" y="1584720"/>
            <a:ext cx="1521720" cy="999720"/>
            <a:chOff x="5968800" y="1584720"/>
            <a:chExt cx="1521720" cy="999720"/>
          </a:xfrm>
        </p:grpSpPr>
        <p:sp>
          <p:nvSpPr>
            <p:cNvPr id="982" name="Freeform 3"/>
            <p:cNvSpPr/>
            <p:nvPr/>
          </p:nvSpPr>
          <p:spPr>
            <a:xfrm>
              <a:off x="5968800" y="1729440"/>
              <a:ext cx="1521720" cy="855000"/>
            </a:xfrm>
            <a:custGeom>
              <a:avLst/>
              <a:gdLst>
                <a:gd name="textAreaLeft" fmla="*/ 0 w 1521720"/>
                <a:gd name="textAreaRight" fmla="*/ 1522080 w 152172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400860" h="225313">
                  <a:moveTo>
                    <a:pt x="0" y="0"/>
                  </a:moveTo>
                  <a:lnTo>
                    <a:pt x="400860" y="0"/>
                  </a:lnTo>
                  <a:lnTo>
                    <a:pt x="400860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83" name="TextBox 4"/>
            <p:cNvSpPr/>
            <p:nvPr/>
          </p:nvSpPr>
          <p:spPr>
            <a:xfrm>
              <a:off x="5968800" y="1584720"/>
              <a:ext cx="152172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84" name="Group 5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985" name="Freeform 6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6" name="TextBox 7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87" name="Freeform 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88" name="Group 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989" name="Freeform 1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0" name="TextBox 1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91" name="Freeform 1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92" name="Group 1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993" name="Freeform 1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4" name="TextBox 1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95" name="Freeform 1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Freeform 1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Freeform 1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Freeform 1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Freeform 2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00" name="Group 2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1001" name="Freeform 2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02" name="TextBox 2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03" name="Freeform 2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Freeform 2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05" name="Group 2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1006" name="Freeform 2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07" name="TextBox 2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08" name="AutoShape 29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09" name="Group 30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1010" name="Freeform 31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1" name="TextBox 32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12" name="Group 33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1013" name="Freeform 34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4" name="TextBox 35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15" name="Group 36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1016" name="Freeform 37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7" name="TextBox 38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18" name="Group 39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1019" name="Freeform 40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0" name="TextBox 41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21" name="Group 42"/>
          <p:cNvGrpSpPr/>
          <p:nvPr/>
        </p:nvGrpSpPr>
        <p:grpSpPr>
          <a:xfrm>
            <a:off x="3740760" y="681840"/>
            <a:ext cx="1366920" cy="594720"/>
            <a:chOff x="3740760" y="681840"/>
            <a:chExt cx="1366920" cy="594720"/>
          </a:xfrm>
        </p:grpSpPr>
        <p:sp>
          <p:nvSpPr>
            <p:cNvPr id="1022" name="Freeform 43"/>
            <p:cNvSpPr/>
            <p:nvPr/>
          </p:nvSpPr>
          <p:spPr>
            <a:xfrm>
              <a:off x="3740760" y="826560"/>
              <a:ext cx="1366920" cy="450000"/>
            </a:xfrm>
            <a:custGeom>
              <a:avLst/>
              <a:gdLst>
                <a:gd name="textAreaLeft" fmla="*/ 0 w 1366920"/>
                <a:gd name="textAreaRight" fmla="*/ 1367280 w 1366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3" name="TextBox 44"/>
            <p:cNvSpPr/>
            <p:nvPr/>
          </p:nvSpPr>
          <p:spPr>
            <a:xfrm>
              <a:off x="3740760" y="681840"/>
              <a:ext cx="1366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24" name="Group 45"/>
          <p:cNvGrpSpPr/>
          <p:nvPr/>
        </p:nvGrpSpPr>
        <p:grpSpPr>
          <a:xfrm>
            <a:off x="5108040" y="684720"/>
            <a:ext cx="1385640" cy="594720"/>
            <a:chOff x="5108040" y="684720"/>
            <a:chExt cx="1385640" cy="594720"/>
          </a:xfrm>
        </p:grpSpPr>
        <p:sp>
          <p:nvSpPr>
            <p:cNvPr id="1025" name="Freeform 46"/>
            <p:cNvSpPr/>
            <p:nvPr/>
          </p:nvSpPr>
          <p:spPr>
            <a:xfrm>
              <a:off x="5108040" y="829080"/>
              <a:ext cx="1385640" cy="450000"/>
            </a:xfrm>
            <a:custGeom>
              <a:avLst/>
              <a:gdLst>
                <a:gd name="textAreaLeft" fmla="*/ 0 w 1385640"/>
                <a:gd name="textAreaRight" fmla="*/ 1386000 w 1385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6" name="TextBox 47"/>
            <p:cNvSpPr/>
            <p:nvPr/>
          </p:nvSpPr>
          <p:spPr>
            <a:xfrm>
              <a:off x="5108040" y="684720"/>
              <a:ext cx="1385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27" name="Group 48"/>
          <p:cNvGrpSpPr/>
          <p:nvPr/>
        </p:nvGrpSpPr>
        <p:grpSpPr>
          <a:xfrm>
            <a:off x="6494040" y="684720"/>
            <a:ext cx="1029600" cy="594720"/>
            <a:chOff x="6494040" y="684720"/>
            <a:chExt cx="1029600" cy="594720"/>
          </a:xfrm>
        </p:grpSpPr>
        <p:sp>
          <p:nvSpPr>
            <p:cNvPr id="1028" name="Freeform 49"/>
            <p:cNvSpPr/>
            <p:nvPr/>
          </p:nvSpPr>
          <p:spPr>
            <a:xfrm>
              <a:off x="6494040" y="829080"/>
              <a:ext cx="1029600" cy="450000"/>
            </a:xfrm>
            <a:custGeom>
              <a:avLst/>
              <a:gdLst>
                <a:gd name="textAreaLeft" fmla="*/ 0 w 1029600"/>
                <a:gd name="textAreaRight" fmla="*/ 1029960 w 10296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9" name="TextBox 50"/>
            <p:cNvSpPr/>
            <p:nvPr/>
          </p:nvSpPr>
          <p:spPr>
            <a:xfrm>
              <a:off x="6494040" y="684720"/>
              <a:ext cx="10296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30" name="Group 51"/>
          <p:cNvGrpSpPr/>
          <p:nvPr/>
        </p:nvGrpSpPr>
        <p:grpSpPr>
          <a:xfrm>
            <a:off x="7524000" y="684720"/>
            <a:ext cx="1102320" cy="594720"/>
            <a:chOff x="7524000" y="684720"/>
            <a:chExt cx="1102320" cy="594720"/>
          </a:xfrm>
        </p:grpSpPr>
        <p:sp>
          <p:nvSpPr>
            <p:cNvPr id="1031" name="Freeform 52"/>
            <p:cNvSpPr/>
            <p:nvPr/>
          </p:nvSpPr>
          <p:spPr>
            <a:xfrm>
              <a:off x="7524000" y="829080"/>
              <a:ext cx="1102320" cy="450000"/>
            </a:xfrm>
            <a:custGeom>
              <a:avLst/>
              <a:gdLst>
                <a:gd name="textAreaLeft" fmla="*/ 0 w 1102320"/>
                <a:gd name="textAreaRight" fmla="*/ 1102680 w 11023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32" name="TextBox 53"/>
            <p:cNvSpPr/>
            <p:nvPr/>
          </p:nvSpPr>
          <p:spPr>
            <a:xfrm>
              <a:off x="7524000" y="684720"/>
              <a:ext cx="11023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33" name="TextBox 54"/>
          <p:cNvSpPr/>
          <p:nvPr/>
        </p:nvSpPr>
        <p:spPr>
          <a:xfrm>
            <a:off x="1917360" y="1748520"/>
            <a:ext cx="560628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UNORDERED LIST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4" name="TextBox 55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5" name="TextBox 56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6" name="TextBox 57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7" name="TextBox 58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8" name="TextBox 59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9" name="TextBox 60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0" name="TextBox 61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1" name="TextBox 62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2" name="TextBox 63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3" name="TextBox 64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4" name="TextBox 65"/>
          <p:cNvSpPr/>
          <p:nvPr/>
        </p:nvSpPr>
        <p:spPr>
          <a:xfrm>
            <a:off x="3903480" y="8348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H_Rules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5" name="TextBox 66"/>
          <p:cNvSpPr/>
          <p:nvPr/>
        </p:nvSpPr>
        <p:spPr>
          <a:xfrm>
            <a:off x="5257800" y="835560"/>
            <a:ext cx="10857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L_Breaks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6" name="TextBox 67"/>
          <p:cNvSpPr/>
          <p:nvPr/>
        </p:nvSpPr>
        <p:spPr>
          <a:xfrm>
            <a:off x="6617520" y="834840"/>
            <a:ext cx="749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Links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7" name="TextBox 68"/>
          <p:cNvSpPr/>
          <p:nvPr/>
        </p:nvSpPr>
        <p:spPr>
          <a:xfrm>
            <a:off x="7608240" y="835560"/>
            <a:ext cx="934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Images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48" name="Group 69"/>
          <p:cNvGrpSpPr/>
          <p:nvPr/>
        </p:nvGrpSpPr>
        <p:grpSpPr>
          <a:xfrm>
            <a:off x="8626680" y="684720"/>
            <a:ext cx="1195920" cy="594720"/>
            <a:chOff x="8626680" y="684720"/>
            <a:chExt cx="1195920" cy="594720"/>
          </a:xfrm>
        </p:grpSpPr>
        <p:sp>
          <p:nvSpPr>
            <p:cNvPr id="1049" name="Freeform 70"/>
            <p:cNvSpPr/>
            <p:nvPr/>
          </p:nvSpPr>
          <p:spPr>
            <a:xfrm>
              <a:off x="8626680" y="829080"/>
              <a:ext cx="1195920" cy="450000"/>
            </a:xfrm>
            <a:custGeom>
              <a:avLst/>
              <a:gdLst>
                <a:gd name="textAreaLeft" fmla="*/ 0 w 1195920"/>
                <a:gd name="textAreaRight" fmla="*/ 1196280 w 1195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50" name="TextBox 71"/>
            <p:cNvSpPr/>
            <p:nvPr/>
          </p:nvSpPr>
          <p:spPr>
            <a:xfrm>
              <a:off x="8626680" y="684720"/>
              <a:ext cx="1195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51" name="TextBox 72"/>
          <p:cNvSpPr/>
          <p:nvPr/>
        </p:nvSpPr>
        <p:spPr>
          <a:xfrm>
            <a:off x="8694360" y="8240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Favicon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52" name="Group 73"/>
          <p:cNvGrpSpPr/>
          <p:nvPr/>
        </p:nvGrpSpPr>
        <p:grpSpPr>
          <a:xfrm>
            <a:off x="9822960" y="3022200"/>
            <a:ext cx="982440" cy="667800"/>
            <a:chOff x="9822960" y="3022200"/>
            <a:chExt cx="982440" cy="667800"/>
          </a:xfrm>
        </p:grpSpPr>
        <p:sp>
          <p:nvSpPr>
            <p:cNvPr id="1053" name="Freeform 74"/>
            <p:cNvSpPr/>
            <p:nvPr/>
          </p:nvSpPr>
          <p:spPr>
            <a:xfrm>
              <a:off x="9822960" y="3166920"/>
              <a:ext cx="982440" cy="523080"/>
            </a:xfrm>
            <a:custGeom>
              <a:avLst/>
              <a:gdLst>
                <a:gd name="textAreaLeft" fmla="*/ 0 w 982440"/>
                <a:gd name="textAreaRight" fmla="*/ 982800 w 98244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58844" h="137899">
                  <a:moveTo>
                    <a:pt x="0" y="0"/>
                  </a:moveTo>
                  <a:lnTo>
                    <a:pt x="258844" y="0"/>
                  </a:lnTo>
                  <a:lnTo>
                    <a:pt x="258844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54" name="TextBox 75"/>
            <p:cNvSpPr/>
            <p:nvPr/>
          </p:nvSpPr>
          <p:spPr>
            <a:xfrm>
              <a:off x="9822960" y="3022200"/>
              <a:ext cx="98244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55" name="Group 76"/>
          <p:cNvGrpSpPr/>
          <p:nvPr/>
        </p:nvGrpSpPr>
        <p:grpSpPr>
          <a:xfrm>
            <a:off x="4245480" y="3592440"/>
            <a:ext cx="1011960" cy="667800"/>
            <a:chOff x="4245480" y="3592440"/>
            <a:chExt cx="1011960" cy="667800"/>
          </a:xfrm>
        </p:grpSpPr>
        <p:sp>
          <p:nvSpPr>
            <p:cNvPr id="1056" name="Freeform 77"/>
            <p:cNvSpPr/>
            <p:nvPr/>
          </p:nvSpPr>
          <p:spPr>
            <a:xfrm>
              <a:off x="4245480" y="3737160"/>
              <a:ext cx="1011960" cy="523080"/>
            </a:xfrm>
            <a:custGeom>
              <a:avLst/>
              <a:gdLst>
                <a:gd name="textAreaLeft" fmla="*/ 0 w 1011960"/>
                <a:gd name="textAreaRight" fmla="*/ 1012320 w 101196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66584" h="137899">
                  <a:moveTo>
                    <a:pt x="0" y="0"/>
                  </a:moveTo>
                  <a:lnTo>
                    <a:pt x="266584" y="0"/>
                  </a:lnTo>
                  <a:lnTo>
                    <a:pt x="266584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57" name="TextBox 78"/>
            <p:cNvSpPr/>
            <p:nvPr/>
          </p:nvSpPr>
          <p:spPr>
            <a:xfrm>
              <a:off x="4245480" y="3592440"/>
              <a:ext cx="101196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58" name="Group 79"/>
          <p:cNvGrpSpPr/>
          <p:nvPr/>
        </p:nvGrpSpPr>
        <p:grpSpPr>
          <a:xfrm>
            <a:off x="3159360" y="4731480"/>
            <a:ext cx="8494200" cy="678960"/>
            <a:chOff x="3159360" y="4731480"/>
            <a:chExt cx="8494200" cy="678960"/>
          </a:xfrm>
        </p:grpSpPr>
        <p:sp>
          <p:nvSpPr>
            <p:cNvPr id="1059" name="Freeform 80"/>
            <p:cNvSpPr/>
            <p:nvPr/>
          </p:nvSpPr>
          <p:spPr>
            <a:xfrm>
              <a:off x="3159360" y="4876200"/>
              <a:ext cx="8494200" cy="534240"/>
            </a:xfrm>
            <a:custGeom>
              <a:avLst/>
              <a:gdLst>
                <a:gd name="textAreaLeft" fmla="*/ 0 w 8494200"/>
                <a:gd name="textAreaRight" fmla="*/ 8494560 w 849420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2237265" h="140842">
                  <a:moveTo>
                    <a:pt x="0" y="0"/>
                  </a:moveTo>
                  <a:lnTo>
                    <a:pt x="2237265" y="0"/>
                  </a:lnTo>
                  <a:lnTo>
                    <a:pt x="2237265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0" name="TextBox 81"/>
            <p:cNvSpPr/>
            <p:nvPr/>
          </p:nvSpPr>
          <p:spPr>
            <a:xfrm>
              <a:off x="3159360" y="4731480"/>
              <a:ext cx="849420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61" name="TextBox 82"/>
          <p:cNvSpPr/>
          <p:nvPr/>
        </p:nvSpPr>
        <p:spPr>
          <a:xfrm>
            <a:off x="2233080" y="3061080"/>
            <a:ext cx="14889960" cy="28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An unordered list starts with the &lt;ul&gt; tag. Each list item starts with the &lt;li&gt; tag.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The list items will be marked with bullets (small black circles) by default: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62" name="Group 83"/>
          <p:cNvGrpSpPr/>
          <p:nvPr/>
        </p:nvGrpSpPr>
        <p:grpSpPr>
          <a:xfrm>
            <a:off x="1740600" y="4968000"/>
            <a:ext cx="277920" cy="277920"/>
            <a:chOff x="1740600" y="4968000"/>
            <a:chExt cx="277920" cy="277920"/>
          </a:xfrm>
        </p:grpSpPr>
        <p:sp>
          <p:nvSpPr>
            <p:cNvPr id="1063" name="Freeform 84"/>
            <p:cNvSpPr/>
            <p:nvPr/>
          </p:nvSpPr>
          <p:spPr>
            <a:xfrm>
              <a:off x="1740600" y="496800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4" name="TextBox 85"/>
            <p:cNvSpPr/>
            <p:nvPr/>
          </p:nvSpPr>
          <p:spPr>
            <a:xfrm>
              <a:off x="1766520" y="498096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65" name="Group 86"/>
          <p:cNvGrpSpPr/>
          <p:nvPr/>
        </p:nvGrpSpPr>
        <p:grpSpPr>
          <a:xfrm>
            <a:off x="9821880" y="695520"/>
            <a:ext cx="1238400" cy="594720"/>
            <a:chOff x="9821880" y="695520"/>
            <a:chExt cx="1238400" cy="594720"/>
          </a:xfrm>
        </p:grpSpPr>
        <p:sp>
          <p:nvSpPr>
            <p:cNvPr id="1066" name="Freeform 87"/>
            <p:cNvSpPr/>
            <p:nvPr/>
          </p:nvSpPr>
          <p:spPr>
            <a:xfrm>
              <a:off x="9821880" y="840240"/>
              <a:ext cx="1238400" cy="450000"/>
            </a:xfrm>
            <a:custGeom>
              <a:avLst/>
              <a:gdLst>
                <a:gd name="textAreaLeft" fmla="*/ 0 w 1238400"/>
                <a:gd name="textAreaRight" fmla="*/ 1238760 w 12384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26213" h="118584">
                  <a:moveTo>
                    <a:pt x="0" y="0"/>
                  </a:moveTo>
                  <a:lnTo>
                    <a:pt x="326213" y="0"/>
                  </a:lnTo>
                  <a:lnTo>
                    <a:pt x="326213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7" name="TextBox 88"/>
            <p:cNvSpPr/>
            <p:nvPr/>
          </p:nvSpPr>
          <p:spPr>
            <a:xfrm>
              <a:off x="9821880" y="695520"/>
              <a:ext cx="12384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68" name="TextBox 89"/>
          <p:cNvSpPr/>
          <p:nvPr/>
        </p:nvSpPr>
        <p:spPr>
          <a:xfrm>
            <a:off x="9822960" y="834840"/>
            <a:ext cx="889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Lists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9" name="Freeform 90"/>
          <p:cNvSpPr/>
          <p:nvPr/>
        </p:nvSpPr>
        <p:spPr>
          <a:xfrm>
            <a:off x="10741680" y="1002960"/>
            <a:ext cx="128160" cy="123840"/>
          </a:xfrm>
          <a:custGeom>
            <a:avLst/>
            <a:gdLst>
              <a:gd name="textAreaLeft" fmla="*/ 0 w 128160"/>
              <a:gd name="textAreaRight" fmla="*/ 128520 w 128160"/>
              <a:gd name="textAreaTop" fmla="*/ 0 h 123840"/>
              <a:gd name="textAreaBottom" fmla="*/ 124200 h 123840"/>
            </a:gdLst>
            <a:ahLst/>
            <a:rect l="textAreaLeft" t="textAreaTop" r="textAreaRight" b="textAreaBottom"/>
            <a:pathLst>
              <a:path w="128586" h="124378">
                <a:moveTo>
                  <a:pt x="0" y="0"/>
                </a:moveTo>
                <a:lnTo>
                  <a:pt x="128587" y="0"/>
                </a:lnTo>
                <a:lnTo>
                  <a:pt x="128587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70" name="Group 91"/>
          <p:cNvGrpSpPr/>
          <p:nvPr/>
        </p:nvGrpSpPr>
        <p:grpSpPr>
          <a:xfrm>
            <a:off x="1727640" y="6473160"/>
            <a:ext cx="277920" cy="277920"/>
            <a:chOff x="1727640" y="6473160"/>
            <a:chExt cx="277920" cy="277920"/>
          </a:xfrm>
        </p:grpSpPr>
        <p:sp>
          <p:nvSpPr>
            <p:cNvPr id="1071" name="Freeform 92"/>
            <p:cNvSpPr/>
            <p:nvPr/>
          </p:nvSpPr>
          <p:spPr>
            <a:xfrm>
              <a:off x="1727640" y="647316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72" name="TextBox 93"/>
            <p:cNvSpPr/>
            <p:nvPr/>
          </p:nvSpPr>
          <p:spPr>
            <a:xfrm>
              <a:off x="1753560" y="64864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73" name="TextBox 94"/>
          <p:cNvSpPr/>
          <p:nvPr/>
        </p:nvSpPr>
        <p:spPr>
          <a:xfrm>
            <a:off x="2233080" y="6227640"/>
            <a:ext cx="2921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74" name="Group 95"/>
          <p:cNvGrpSpPr/>
          <p:nvPr/>
        </p:nvGrpSpPr>
        <p:grpSpPr>
          <a:xfrm>
            <a:off x="4852440" y="7366680"/>
            <a:ext cx="1116000" cy="642960"/>
            <a:chOff x="4852440" y="7366680"/>
            <a:chExt cx="1116000" cy="642960"/>
          </a:xfrm>
        </p:grpSpPr>
        <p:sp>
          <p:nvSpPr>
            <p:cNvPr id="1075" name="Freeform 96"/>
            <p:cNvSpPr/>
            <p:nvPr/>
          </p:nvSpPr>
          <p:spPr>
            <a:xfrm>
              <a:off x="4852440" y="7511040"/>
              <a:ext cx="1116000" cy="498240"/>
            </a:xfrm>
            <a:custGeom>
              <a:avLst/>
              <a:gdLst>
                <a:gd name="textAreaLeft" fmla="*/ 0 w 1116000"/>
                <a:gd name="textAreaRight" fmla="*/ 1116360 w 111600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94051" h="131356">
                  <a:moveTo>
                    <a:pt x="0" y="0"/>
                  </a:moveTo>
                  <a:lnTo>
                    <a:pt x="294051" y="0"/>
                  </a:lnTo>
                  <a:lnTo>
                    <a:pt x="29405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76" name="TextBox 97"/>
            <p:cNvSpPr/>
            <p:nvPr/>
          </p:nvSpPr>
          <p:spPr>
            <a:xfrm>
              <a:off x="4852440" y="7366680"/>
              <a:ext cx="111600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77" name="Group 98"/>
          <p:cNvGrpSpPr/>
          <p:nvPr/>
        </p:nvGrpSpPr>
        <p:grpSpPr>
          <a:xfrm>
            <a:off x="4178880" y="7931880"/>
            <a:ext cx="1116000" cy="642960"/>
            <a:chOff x="4178880" y="7931880"/>
            <a:chExt cx="1116000" cy="642960"/>
          </a:xfrm>
        </p:grpSpPr>
        <p:sp>
          <p:nvSpPr>
            <p:cNvPr id="1078" name="Freeform 99"/>
            <p:cNvSpPr/>
            <p:nvPr/>
          </p:nvSpPr>
          <p:spPr>
            <a:xfrm>
              <a:off x="4178880" y="8076600"/>
              <a:ext cx="1116000" cy="498240"/>
            </a:xfrm>
            <a:custGeom>
              <a:avLst/>
              <a:gdLst>
                <a:gd name="textAreaLeft" fmla="*/ 0 w 1116000"/>
                <a:gd name="textAreaRight" fmla="*/ 1116360 w 111600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94051" h="131356">
                  <a:moveTo>
                    <a:pt x="0" y="0"/>
                  </a:moveTo>
                  <a:lnTo>
                    <a:pt x="294051" y="0"/>
                  </a:lnTo>
                  <a:lnTo>
                    <a:pt x="29405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79" name="TextBox 100"/>
            <p:cNvSpPr/>
            <p:nvPr/>
          </p:nvSpPr>
          <p:spPr>
            <a:xfrm>
              <a:off x="4178880" y="7931880"/>
              <a:ext cx="111600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80" name="Group 101"/>
          <p:cNvGrpSpPr/>
          <p:nvPr/>
        </p:nvGrpSpPr>
        <p:grpSpPr>
          <a:xfrm>
            <a:off x="4485960" y="8506800"/>
            <a:ext cx="1116000" cy="642960"/>
            <a:chOff x="4485960" y="8506800"/>
            <a:chExt cx="1116000" cy="642960"/>
          </a:xfrm>
        </p:grpSpPr>
        <p:sp>
          <p:nvSpPr>
            <p:cNvPr id="1081" name="Freeform 102"/>
            <p:cNvSpPr/>
            <p:nvPr/>
          </p:nvSpPr>
          <p:spPr>
            <a:xfrm>
              <a:off x="4485960" y="8651520"/>
              <a:ext cx="1116000" cy="498240"/>
            </a:xfrm>
            <a:custGeom>
              <a:avLst/>
              <a:gdLst>
                <a:gd name="textAreaLeft" fmla="*/ 0 w 1116000"/>
                <a:gd name="textAreaRight" fmla="*/ 1116360 w 111600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94051" h="131356">
                  <a:moveTo>
                    <a:pt x="0" y="0"/>
                  </a:moveTo>
                  <a:lnTo>
                    <a:pt x="294051" y="0"/>
                  </a:lnTo>
                  <a:lnTo>
                    <a:pt x="29405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82" name="TextBox 103"/>
            <p:cNvSpPr/>
            <p:nvPr/>
          </p:nvSpPr>
          <p:spPr>
            <a:xfrm>
              <a:off x="4485960" y="8506800"/>
              <a:ext cx="111600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83" name="Group 104"/>
          <p:cNvGrpSpPr/>
          <p:nvPr/>
        </p:nvGrpSpPr>
        <p:grpSpPr>
          <a:xfrm>
            <a:off x="2179440" y="9100080"/>
            <a:ext cx="1116000" cy="642960"/>
            <a:chOff x="2179440" y="9100080"/>
            <a:chExt cx="1116000" cy="642960"/>
          </a:xfrm>
        </p:grpSpPr>
        <p:sp>
          <p:nvSpPr>
            <p:cNvPr id="1084" name="Freeform 105"/>
            <p:cNvSpPr/>
            <p:nvPr/>
          </p:nvSpPr>
          <p:spPr>
            <a:xfrm>
              <a:off x="2179440" y="9244800"/>
              <a:ext cx="1116000" cy="498240"/>
            </a:xfrm>
            <a:custGeom>
              <a:avLst/>
              <a:gdLst>
                <a:gd name="textAreaLeft" fmla="*/ 0 w 1116000"/>
                <a:gd name="textAreaRight" fmla="*/ 1116360 w 111600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94051" h="131356">
                  <a:moveTo>
                    <a:pt x="0" y="0"/>
                  </a:moveTo>
                  <a:lnTo>
                    <a:pt x="294051" y="0"/>
                  </a:lnTo>
                  <a:lnTo>
                    <a:pt x="29405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85" name="TextBox 106"/>
            <p:cNvSpPr/>
            <p:nvPr/>
          </p:nvSpPr>
          <p:spPr>
            <a:xfrm>
              <a:off x="2179440" y="9100080"/>
              <a:ext cx="111600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86" name="Group 107"/>
          <p:cNvGrpSpPr/>
          <p:nvPr/>
        </p:nvGrpSpPr>
        <p:grpSpPr>
          <a:xfrm>
            <a:off x="2556720" y="7356960"/>
            <a:ext cx="935280" cy="642960"/>
            <a:chOff x="2556720" y="7356960"/>
            <a:chExt cx="935280" cy="642960"/>
          </a:xfrm>
        </p:grpSpPr>
        <p:sp>
          <p:nvSpPr>
            <p:cNvPr id="1087" name="Freeform 108"/>
            <p:cNvSpPr/>
            <p:nvPr/>
          </p:nvSpPr>
          <p:spPr>
            <a:xfrm>
              <a:off x="2556720" y="7501680"/>
              <a:ext cx="935280" cy="498240"/>
            </a:xfrm>
            <a:custGeom>
              <a:avLst/>
              <a:gdLst>
                <a:gd name="textAreaLeft" fmla="*/ 0 w 935280"/>
                <a:gd name="textAreaRight" fmla="*/ 935640 w 93528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46437" h="131356">
                  <a:moveTo>
                    <a:pt x="0" y="0"/>
                  </a:moveTo>
                  <a:lnTo>
                    <a:pt x="246437" y="0"/>
                  </a:lnTo>
                  <a:lnTo>
                    <a:pt x="246437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88" name="TextBox 109"/>
            <p:cNvSpPr/>
            <p:nvPr/>
          </p:nvSpPr>
          <p:spPr>
            <a:xfrm>
              <a:off x="2556720" y="7356960"/>
              <a:ext cx="93528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89" name="Group 110"/>
          <p:cNvGrpSpPr/>
          <p:nvPr/>
        </p:nvGrpSpPr>
        <p:grpSpPr>
          <a:xfrm>
            <a:off x="2179440" y="6782040"/>
            <a:ext cx="935280" cy="642960"/>
            <a:chOff x="2179440" y="6782040"/>
            <a:chExt cx="935280" cy="642960"/>
          </a:xfrm>
        </p:grpSpPr>
        <p:sp>
          <p:nvSpPr>
            <p:cNvPr id="1090" name="Freeform 111"/>
            <p:cNvSpPr/>
            <p:nvPr/>
          </p:nvSpPr>
          <p:spPr>
            <a:xfrm>
              <a:off x="2179440" y="6926760"/>
              <a:ext cx="935280" cy="498240"/>
            </a:xfrm>
            <a:custGeom>
              <a:avLst/>
              <a:gdLst>
                <a:gd name="textAreaLeft" fmla="*/ 0 w 935280"/>
                <a:gd name="textAreaRight" fmla="*/ 935640 w 93528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46437" h="131356">
                  <a:moveTo>
                    <a:pt x="0" y="0"/>
                  </a:moveTo>
                  <a:lnTo>
                    <a:pt x="246437" y="0"/>
                  </a:lnTo>
                  <a:lnTo>
                    <a:pt x="246437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1" name="TextBox 112"/>
            <p:cNvSpPr/>
            <p:nvPr/>
          </p:nvSpPr>
          <p:spPr>
            <a:xfrm>
              <a:off x="2179440" y="6782040"/>
              <a:ext cx="93528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92" name="Group 113"/>
          <p:cNvGrpSpPr/>
          <p:nvPr/>
        </p:nvGrpSpPr>
        <p:grpSpPr>
          <a:xfrm>
            <a:off x="2556720" y="7931880"/>
            <a:ext cx="935280" cy="642960"/>
            <a:chOff x="2556720" y="7931880"/>
            <a:chExt cx="935280" cy="642960"/>
          </a:xfrm>
        </p:grpSpPr>
        <p:sp>
          <p:nvSpPr>
            <p:cNvPr id="1093" name="Freeform 114"/>
            <p:cNvSpPr/>
            <p:nvPr/>
          </p:nvSpPr>
          <p:spPr>
            <a:xfrm>
              <a:off x="2556720" y="8076600"/>
              <a:ext cx="935280" cy="498240"/>
            </a:xfrm>
            <a:custGeom>
              <a:avLst/>
              <a:gdLst>
                <a:gd name="textAreaLeft" fmla="*/ 0 w 935280"/>
                <a:gd name="textAreaRight" fmla="*/ 935640 w 93528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46437" h="131356">
                  <a:moveTo>
                    <a:pt x="0" y="0"/>
                  </a:moveTo>
                  <a:lnTo>
                    <a:pt x="246437" y="0"/>
                  </a:lnTo>
                  <a:lnTo>
                    <a:pt x="246437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4" name="TextBox 115"/>
            <p:cNvSpPr/>
            <p:nvPr/>
          </p:nvSpPr>
          <p:spPr>
            <a:xfrm>
              <a:off x="2556720" y="7931880"/>
              <a:ext cx="93528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95" name="Group 116"/>
          <p:cNvGrpSpPr/>
          <p:nvPr/>
        </p:nvGrpSpPr>
        <p:grpSpPr>
          <a:xfrm>
            <a:off x="2556720" y="8506800"/>
            <a:ext cx="935280" cy="642960"/>
            <a:chOff x="2556720" y="8506800"/>
            <a:chExt cx="935280" cy="642960"/>
          </a:xfrm>
        </p:grpSpPr>
        <p:sp>
          <p:nvSpPr>
            <p:cNvPr id="1096" name="Freeform 117"/>
            <p:cNvSpPr/>
            <p:nvPr/>
          </p:nvSpPr>
          <p:spPr>
            <a:xfrm>
              <a:off x="2556720" y="8651520"/>
              <a:ext cx="935280" cy="498240"/>
            </a:xfrm>
            <a:custGeom>
              <a:avLst/>
              <a:gdLst>
                <a:gd name="textAreaLeft" fmla="*/ 0 w 935280"/>
                <a:gd name="textAreaRight" fmla="*/ 935640 w 93528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46437" h="131356">
                  <a:moveTo>
                    <a:pt x="0" y="0"/>
                  </a:moveTo>
                  <a:lnTo>
                    <a:pt x="246437" y="0"/>
                  </a:lnTo>
                  <a:lnTo>
                    <a:pt x="246437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7" name="TextBox 118"/>
            <p:cNvSpPr/>
            <p:nvPr/>
          </p:nvSpPr>
          <p:spPr>
            <a:xfrm>
              <a:off x="2556720" y="8506800"/>
              <a:ext cx="93528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98" name="TextBox 119"/>
          <p:cNvSpPr/>
          <p:nvPr/>
        </p:nvSpPr>
        <p:spPr>
          <a:xfrm>
            <a:off x="2179440" y="6835680"/>
            <a:ext cx="3998880" cy="34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&lt;ul&gt;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&lt;li&gt;Coffee&lt;/li&gt;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&lt;li&gt;Tea&lt;/li&gt;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&lt;li&gt;Milk&lt;/li&gt;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&lt;/ul&gt;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9" name="Group 2"/>
          <p:cNvGrpSpPr/>
          <p:nvPr/>
        </p:nvGrpSpPr>
        <p:grpSpPr>
          <a:xfrm>
            <a:off x="5057280" y="1584720"/>
            <a:ext cx="1521720" cy="999720"/>
            <a:chOff x="5057280" y="1584720"/>
            <a:chExt cx="1521720" cy="999720"/>
          </a:xfrm>
        </p:grpSpPr>
        <p:sp>
          <p:nvSpPr>
            <p:cNvPr id="1100" name="Freeform 3"/>
            <p:cNvSpPr/>
            <p:nvPr/>
          </p:nvSpPr>
          <p:spPr>
            <a:xfrm>
              <a:off x="5057280" y="1729440"/>
              <a:ext cx="1521720" cy="855000"/>
            </a:xfrm>
            <a:custGeom>
              <a:avLst/>
              <a:gdLst>
                <a:gd name="textAreaLeft" fmla="*/ 0 w 1521720"/>
                <a:gd name="textAreaRight" fmla="*/ 1522080 w 152172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400860" h="225313">
                  <a:moveTo>
                    <a:pt x="0" y="0"/>
                  </a:moveTo>
                  <a:lnTo>
                    <a:pt x="400860" y="0"/>
                  </a:lnTo>
                  <a:lnTo>
                    <a:pt x="400860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01" name="TextBox 4"/>
            <p:cNvSpPr/>
            <p:nvPr/>
          </p:nvSpPr>
          <p:spPr>
            <a:xfrm>
              <a:off x="5057280" y="1584720"/>
              <a:ext cx="152172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02" name="Group 5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1103" name="Freeform 6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4" name="TextBox 7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105" name="Freeform 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06" name="Group 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1107" name="Freeform 1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08" name="TextBox 1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109" name="Freeform 1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10" name="Group 1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1111" name="Freeform 1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12" name="TextBox 1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113" name="Freeform 1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Freeform 1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Freeform 1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Freeform 1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Freeform 2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18" name="Group 2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1119" name="Freeform 2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0" name="TextBox 2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121" name="Freeform 2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Freeform 2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23" name="Group 2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1124" name="Freeform 2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5" name="TextBox 2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126" name="AutoShape 29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127" name="Group 30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1128" name="Freeform 31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9" name="TextBox 32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30" name="Group 33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1131" name="Freeform 34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32" name="TextBox 35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33" name="Group 36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1134" name="Freeform 37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35" name="TextBox 38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36" name="Group 39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1137" name="Freeform 40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38" name="TextBox 41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39" name="Group 42"/>
          <p:cNvGrpSpPr/>
          <p:nvPr/>
        </p:nvGrpSpPr>
        <p:grpSpPr>
          <a:xfrm>
            <a:off x="3740760" y="681840"/>
            <a:ext cx="1366920" cy="594720"/>
            <a:chOff x="3740760" y="681840"/>
            <a:chExt cx="1366920" cy="594720"/>
          </a:xfrm>
        </p:grpSpPr>
        <p:sp>
          <p:nvSpPr>
            <p:cNvPr id="1140" name="Freeform 43"/>
            <p:cNvSpPr/>
            <p:nvPr/>
          </p:nvSpPr>
          <p:spPr>
            <a:xfrm>
              <a:off x="3740760" y="826560"/>
              <a:ext cx="1366920" cy="450000"/>
            </a:xfrm>
            <a:custGeom>
              <a:avLst/>
              <a:gdLst>
                <a:gd name="textAreaLeft" fmla="*/ 0 w 1366920"/>
                <a:gd name="textAreaRight" fmla="*/ 1367280 w 1366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41" name="TextBox 44"/>
            <p:cNvSpPr/>
            <p:nvPr/>
          </p:nvSpPr>
          <p:spPr>
            <a:xfrm>
              <a:off x="3740760" y="681840"/>
              <a:ext cx="1366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42" name="Group 45"/>
          <p:cNvGrpSpPr/>
          <p:nvPr/>
        </p:nvGrpSpPr>
        <p:grpSpPr>
          <a:xfrm>
            <a:off x="5108040" y="684720"/>
            <a:ext cx="1385640" cy="594720"/>
            <a:chOff x="5108040" y="684720"/>
            <a:chExt cx="1385640" cy="594720"/>
          </a:xfrm>
        </p:grpSpPr>
        <p:sp>
          <p:nvSpPr>
            <p:cNvPr id="1143" name="Freeform 46"/>
            <p:cNvSpPr/>
            <p:nvPr/>
          </p:nvSpPr>
          <p:spPr>
            <a:xfrm>
              <a:off x="5108040" y="829080"/>
              <a:ext cx="1385640" cy="450000"/>
            </a:xfrm>
            <a:custGeom>
              <a:avLst/>
              <a:gdLst>
                <a:gd name="textAreaLeft" fmla="*/ 0 w 1385640"/>
                <a:gd name="textAreaRight" fmla="*/ 1386000 w 1385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44" name="TextBox 47"/>
            <p:cNvSpPr/>
            <p:nvPr/>
          </p:nvSpPr>
          <p:spPr>
            <a:xfrm>
              <a:off x="5108040" y="684720"/>
              <a:ext cx="1385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45" name="Group 48"/>
          <p:cNvGrpSpPr/>
          <p:nvPr/>
        </p:nvGrpSpPr>
        <p:grpSpPr>
          <a:xfrm>
            <a:off x="6494040" y="684720"/>
            <a:ext cx="1029600" cy="594720"/>
            <a:chOff x="6494040" y="684720"/>
            <a:chExt cx="1029600" cy="594720"/>
          </a:xfrm>
        </p:grpSpPr>
        <p:sp>
          <p:nvSpPr>
            <p:cNvPr id="1146" name="Freeform 49"/>
            <p:cNvSpPr/>
            <p:nvPr/>
          </p:nvSpPr>
          <p:spPr>
            <a:xfrm>
              <a:off x="6494040" y="829080"/>
              <a:ext cx="1029600" cy="450000"/>
            </a:xfrm>
            <a:custGeom>
              <a:avLst/>
              <a:gdLst>
                <a:gd name="textAreaLeft" fmla="*/ 0 w 1029600"/>
                <a:gd name="textAreaRight" fmla="*/ 1029960 w 10296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47" name="TextBox 50"/>
            <p:cNvSpPr/>
            <p:nvPr/>
          </p:nvSpPr>
          <p:spPr>
            <a:xfrm>
              <a:off x="6494040" y="684720"/>
              <a:ext cx="10296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48" name="Group 51"/>
          <p:cNvGrpSpPr/>
          <p:nvPr/>
        </p:nvGrpSpPr>
        <p:grpSpPr>
          <a:xfrm>
            <a:off x="7524000" y="684720"/>
            <a:ext cx="1102320" cy="594720"/>
            <a:chOff x="7524000" y="684720"/>
            <a:chExt cx="1102320" cy="594720"/>
          </a:xfrm>
        </p:grpSpPr>
        <p:sp>
          <p:nvSpPr>
            <p:cNvPr id="1149" name="Freeform 52"/>
            <p:cNvSpPr/>
            <p:nvPr/>
          </p:nvSpPr>
          <p:spPr>
            <a:xfrm>
              <a:off x="7524000" y="829080"/>
              <a:ext cx="1102320" cy="450000"/>
            </a:xfrm>
            <a:custGeom>
              <a:avLst/>
              <a:gdLst>
                <a:gd name="textAreaLeft" fmla="*/ 0 w 1102320"/>
                <a:gd name="textAreaRight" fmla="*/ 1102680 w 11023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50" name="TextBox 53"/>
            <p:cNvSpPr/>
            <p:nvPr/>
          </p:nvSpPr>
          <p:spPr>
            <a:xfrm>
              <a:off x="7524000" y="684720"/>
              <a:ext cx="11023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151" name="TextBox 54"/>
          <p:cNvSpPr/>
          <p:nvPr/>
        </p:nvSpPr>
        <p:spPr>
          <a:xfrm>
            <a:off x="1917360" y="1748520"/>
            <a:ext cx="482364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ORDERED LIST 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2" name="TextBox 55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3" name="TextBox 56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4" name="TextBox 57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5" name="TextBox 58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6" name="TextBox 59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7" name="TextBox 60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8" name="TextBox 61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9" name="TextBox 62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0" name="TextBox 63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1" name="TextBox 64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2" name="TextBox 65"/>
          <p:cNvSpPr/>
          <p:nvPr/>
        </p:nvSpPr>
        <p:spPr>
          <a:xfrm>
            <a:off x="3903480" y="8348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H_Rules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3" name="TextBox 66"/>
          <p:cNvSpPr/>
          <p:nvPr/>
        </p:nvSpPr>
        <p:spPr>
          <a:xfrm>
            <a:off x="5257800" y="835560"/>
            <a:ext cx="10857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L_Breaks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4" name="TextBox 67"/>
          <p:cNvSpPr/>
          <p:nvPr/>
        </p:nvSpPr>
        <p:spPr>
          <a:xfrm>
            <a:off x="6617520" y="834840"/>
            <a:ext cx="749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Links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5" name="TextBox 68"/>
          <p:cNvSpPr/>
          <p:nvPr/>
        </p:nvSpPr>
        <p:spPr>
          <a:xfrm>
            <a:off x="7608240" y="835560"/>
            <a:ext cx="934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Images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166" name="Group 69"/>
          <p:cNvGrpSpPr/>
          <p:nvPr/>
        </p:nvGrpSpPr>
        <p:grpSpPr>
          <a:xfrm>
            <a:off x="8626680" y="684720"/>
            <a:ext cx="1195920" cy="594720"/>
            <a:chOff x="8626680" y="684720"/>
            <a:chExt cx="1195920" cy="594720"/>
          </a:xfrm>
        </p:grpSpPr>
        <p:sp>
          <p:nvSpPr>
            <p:cNvPr id="1167" name="Freeform 70"/>
            <p:cNvSpPr/>
            <p:nvPr/>
          </p:nvSpPr>
          <p:spPr>
            <a:xfrm>
              <a:off x="8626680" y="829080"/>
              <a:ext cx="1195920" cy="450000"/>
            </a:xfrm>
            <a:custGeom>
              <a:avLst/>
              <a:gdLst>
                <a:gd name="textAreaLeft" fmla="*/ 0 w 1195920"/>
                <a:gd name="textAreaRight" fmla="*/ 1196280 w 1195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8" name="TextBox 71"/>
            <p:cNvSpPr/>
            <p:nvPr/>
          </p:nvSpPr>
          <p:spPr>
            <a:xfrm>
              <a:off x="8626680" y="684720"/>
              <a:ext cx="1195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169" name="TextBox 72"/>
          <p:cNvSpPr/>
          <p:nvPr/>
        </p:nvSpPr>
        <p:spPr>
          <a:xfrm>
            <a:off x="8694360" y="8240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Favicon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170" name="Group 73"/>
          <p:cNvGrpSpPr/>
          <p:nvPr/>
        </p:nvGrpSpPr>
        <p:grpSpPr>
          <a:xfrm>
            <a:off x="9331560" y="3022200"/>
            <a:ext cx="982440" cy="667800"/>
            <a:chOff x="9331560" y="3022200"/>
            <a:chExt cx="982440" cy="667800"/>
          </a:xfrm>
        </p:grpSpPr>
        <p:sp>
          <p:nvSpPr>
            <p:cNvPr id="1171" name="Freeform 74"/>
            <p:cNvSpPr/>
            <p:nvPr/>
          </p:nvSpPr>
          <p:spPr>
            <a:xfrm>
              <a:off x="9331560" y="3166920"/>
              <a:ext cx="982440" cy="523080"/>
            </a:xfrm>
            <a:custGeom>
              <a:avLst/>
              <a:gdLst>
                <a:gd name="textAreaLeft" fmla="*/ 0 w 982440"/>
                <a:gd name="textAreaRight" fmla="*/ 982800 w 98244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58844" h="137899">
                  <a:moveTo>
                    <a:pt x="0" y="0"/>
                  </a:moveTo>
                  <a:lnTo>
                    <a:pt x="258844" y="0"/>
                  </a:lnTo>
                  <a:lnTo>
                    <a:pt x="258844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2" name="TextBox 75"/>
            <p:cNvSpPr/>
            <p:nvPr/>
          </p:nvSpPr>
          <p:spPr>
            <a:xfrm>
              <a:off x="9331560" y="3022200"/>
              <a:ext cx="98244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73" name="Group 76"/>
          <p:cNvGrpSpPr/>
          <p:nvPr/>
        </p:nvGrpSpPr>
        <p:grpSpPr>
          <a:xfrm>
            <a:off x="4245480" y="3592440"/>
            <a:ext cx="1011960" cy="667800"/>
            <a:chOff x="4245480" y="3592440"/>
            <a:chExt cx="1011960" cy="667800"/>
          </a:xfrm>
        </p:grpSpPr>
        <p:sp>
          <p:nvSpPr>
            <p:cNvPr id="1174" name="Freeform 77"/>
            <p:cNvSpPr/>
            <p:nvPr/>
          </p:nvSpPr>
          <p:spPr>
            <a:xfrm>
              <a:off x="4245480" y="3737160"/>
              <a:ext cx="1011960" cy="523080"/>
            </a:xfrm>
            <a:custGeom>
              <a:avLst/>
              <a:gdLst>
                <a:gd name="textAreaLeft" fmla="*/ 0 w 1011960"/>
                <a:gd name="textAreaRight" fmla="*/ 1012320 w 101196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66584" h="137899">
                  <a:moveTo>
                    <a:pt x="0" y="0"/>
                  </a:moveTo>
                  <a:lnTo>
                    <a:pt x="266584" y="0"/>
                  </a:lnTo>
                  <a:lnTo>
                    <a:pt x="266584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5" name="TextBox 78"/>
            <p:cNvSpPr/>
            <p:nvPr/>
          </p:nvSpPr>
          <p:spPr>
            <a:xfrm>
              <a:off x="4245480" y="3592440"/>
              <a:ext cx="101196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76" name="Group 79"/>
          <p:cNvGrpSpPr/>
          <p:nvPr/>
        </p:nvGrpSpPr>
        <p:grpSpPr>
          <a:xfrm>
            <a:off x="3159360" y="4731480"/>
            <a:ext cx="8494200" cy="678960"/>
            <a:chOff x="3159360" y="4731480"/>
            <a:chExt cx="8494200" cy="678960"/>
          </a:xfrm>
        </p:grpSpPr>
        <p:sp>
          <p:nvSpPr>
            <p:cNvPr id="1177" name="Freeform 80"/>
            <p:cNvSpPr/>
            <p:nvPr/>
          </p:nvSpPr>
          <p:spPr>
            <a:xfrm>
              <a:off x="3159360" y="4876200"/>
              <a:ext cx="8494200" cy="534240"/>
            </a:xfrm>
            <a:custGeom>
              <a:avLst/>
              <a:gdLst>
                <a:gd name="textAreaLeft" fmla="*/ 0 w 8494200"/>
                <a:gd name="textAreaRight" fmla="*/ 8494560 w 849420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2237265" h="140842">
                  <a:moveTo>
                    <a:pt x="0" y="0"/>
                  </a:moveTo>
                  <a:lnTo>
                    <a:pt x="2237265" y="0"/>
                  </a:lnTo>
                  <a:lnTo>
                    <a:pt x="2237265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8" name="TextBox 81"/>
            <p:cNvSpPr/>
            <p:nvPr/>
          </p:nvSpPr>
          <p:spPr>
            <a:xfrm>
              <a:off x="3159360" y="4731480"/>
              <a:ext cx="849420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179" name="TextBox 82"/>
          <p:cNvSpPr/>
          <p:nvPr/>
        </p:nvSpPr>
        <p:spPr>
          <a:xfrm>
            <a:off x="2233080" y="3061080"/>
            <a:ext cx="14889960" cy="22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An ordered list starts with the &lt;ol&gt; tag. Each list item starts with the &lt;li&gt; tag.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The list items will be marked with numbers by default: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180" name="Group 83"/>
          <p:cNvGrpSpPr/>
          <p:nvPr/>
        </p:nvGrpSpPr>
        <p:grpSpPr>
          <a:xfrm>
            <a:off x="1740600" y="4968000"/>
            <a:ext cx="277920" cy="277920"/>
            <a:chOff x="1740600" y="4968000"/>
            <a:chExt cx="277920" cy="277920"/>
          </a:xfrm>
        </p:grpSpPr>
        <p:sp>
          <p:nvSpPr>
            <p:cNvPr id="1181" name="Freeform 84"/>
            <p:cNvSpPr/>
            <p:nvPr/>
          </p:nvSpPr>
          <p:spPr>
            <a:xfrm>
              <a:off x="1740600" y="496800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82" name="TextBox 85"/>
            <p:cNvSpPr/>
            <p:nvPr/>
          </p:nvSpPr>
          <p:spPr>
            <a:xfrm>
              <a:off x="1766520" y="498096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83" name="Group 86"/>
          <p:cNvGrpSpPr/>
          <p:nvPr/>
        </p:nvGrpSpPr>
        <p:grpSpPr>
          <a:xfrm>
            <a:off x="9821880" y="695520"/>
            <a:ext cx="1238400" cy="594720"/>
            <a:chOff x="9821880" y="695520"/>
            <a:chExt cx="1238400" cy="594720"/>
          </a:xfrm>
        </p:grpSpPr>
        <p:sp>
          <p:nvSpPr>
            <p:cNvPr id="1184" name="Freeform 87"/>
            <p:cNvSpPr/>
            <p:nvPr/>
          </p:nvSpPr>
          <p:spPr>
            <a:xfrm>
              <a:off x="9821880" y="840240"/>
              <a:ext cx="1238400" cy="450000"/>
            </a:xfrm>
            <a:custGeom>
              <a:avLst/>
              <a:gdLst>
                <a:gd name="textAreaLeft" fmla="*/ 0 w 1238400"/>
                <a:gd name="textAreaRight" fmla="*/ 1238760 w 12384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26213" h="118584">
                  <a:moveTo>
                    <a:pt x="0" y="0"/>
                  </a:moveTo>
                  <a:lnTo>
                    <a:pt x="326213" y="0"/>
                  </a:lnTo>
                  <a:lnTo>
                    <a:pt x="326213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85" name="TextBox 88"/>
            <p:cNvSpPr/>
            <p:nvPr/>
          </p:nvSpPr>
          <p:spPr>
            <a:xfrm>
              <a:off x="9821880" y="695520"/>
              <a:ext cx="12384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186" name="TextBox 89"/>
          <p:cNvSpPr/>
          <p:nvPr/>
        </p:nvSpPr>
        <p:spPr>
          <a:xfrm>
            <a:off x="9822960" y="834840"/>
            <a:ext cx="889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Lists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7" name="Freeform 90"/>
          <p:cNvSpPr/>
          <p:nvPr/>
        </p:nvSpPr>
        <p:spPr>
          <a:xfrm>
            <a:off x="10741680" y="1002960"/>
            <a:ext cx="128160" cy="123840"/>
          </a:xfrm>
          <a:custGeom>
            <a:avLst/>
            <a:gdLst>
              <a:gd name="textAreaLeft" fmla="*/ 0 w 128160"/>
              <a:gd name="textAreaRight" fmla="*/ 128520 w 128160"/>
              <a:gd name="textAreaTop" fmla="*/ 0 h 123840"/>
              <a:gd name="textAreaBottom" fmla="*/ 124200 h 123840"/>
            </a:gdLst>
            <a:ahLst/>
            <a:rect l="textAreaLeft" t="textAreaTop" r="textAreaRight" b="textAreaBottom"/>
            <a:pathLst>
              <a:path w="128586" h="124378">
                <a:moveTo>
                  <a:pt x="0" y="0"/>
                </a:moveTo>
                <a:lnTo>
                  <a:pt x="128587" y="0"/>
                </a:lnTo>
                <a:lnTo>
                  <a:pt x="128587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88" name="Group 91"/>
          <p:cNvGrpSpPr/>
          <p:nvPr/>
        </p:nvGrpSpPr>
        <p:grpSpPr>
          <a:xfrm>
            <a:off x="1727640" y="5969880"/>
            <a:ext cx="277920" cy="277920"/>
            <a:chOff x="1727640" y="5969880"/>
            <a:chExt cx="277920" cy="277920"/>
          </a:xfrm>
        </p:grpSpPr>
        <p:sp>
          <p:nvSpPr>
            <p:cNvPr id="1189" name="Freeform 92"/>
            <p:cNvSpPr/>
            <p:nvPr/>
          </p:nvSpPr>
          <p:spPr>
            <a:xfrm>
              <a:off x="1727640" y="59698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0" name="TextBox 93"/>
            <p:cNvSpPr/>
            <p:nvPr/>
          </p:nvSpPr>
          <p:spPr>
            <a:xfrm>
              <a:off x="1753560" y="598320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191" name="TextBox 94"/>
          <p:cNvSpPr/>
          <p:nvPr/>
        </p:nvSpPr>
        <p:spPr>
          <a:xfrm>
            <a:off x="2270880" y="5743440"/>
            <a:ext cx="2921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192" name="Group 95"/>
          <p:cNvGrpSpPr/>
          <p:nvPr/>
        </p:nvGrpSpPr>
        <p:grpSpPr>
          <a:xfrm>
            <a:off x="4852440" y="7085880"/>
            <a:ext cx="1116000" cy="642960"/>
            <a:chOff x="4852440" y="7085880"/>
            <a:chExt cx="1116000" cy="642960"/>
          </a:xfrm>
        </p:grpSpPr>
        <p:sp>
          <p:nvSpPr>
            <p:cNvPr id="1193" name="Freeform 96"/>
            <p:cNvSpPr/>
            <p:nvPr/>
          </p:nvSpPr>
          <p:spPr>
            <a:xfrm>
              <a:off x="4852440" y="7230600"/>
              <a:ext cx="1116000" cy="498240"/>
            </a:xfrm>
            <a:custGeom>
              <a:avLst/>
              <a:gdLst>
                <a:gd name="textAreaLeft" fmla="*/ 0 w 1116000"/>
                <a:gd name="textAreaRight" fmla="*/ 1116360 w 111600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94051" h="131356">
                  <a:moveTo>
                    <a:pt x="0" y="0"/>
                  </a:moveTo>
                  <a:lnTo>
                    <a:pt x="294051" y="0"/>
                  </a:lnTo>
                  <a:lnTo>
                    <a:pt x="29405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4" name="TextBox 97"/>
            <p:cNvSpPr/>
            <p:nvPr/>
          </p:nvSpPr>
          <p:spPr>
            <a:xfrm>
              <a:off x="4852440" y="7085880"/>
              <a:ext cx="111600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95" name="Group 98"/>
          <p:cNvGrpSpPr/>
          <p:nvPr/>
        </p:nvGrpSpPr>
        <p:grpSpPr>
          <a:xfrm>
            <a:off x="4178880" y="7651440"/>
            <a:ext cx="1116000" cy="642960"/>
            <a:chOff x="4178880" y="7651440"/>
            <a:chExt cx="1116000" cy="642960"/>
          </a:xfrm>
        </p:grpSpPr>
        <p:sp>
          <p:nvSpPr>
            <p:cNvPr id="1196" name="Freeform 99"/>
            <p:cNvSpPr/>
            <p:nvPr/>
          </p:nvSpPr>
          <p:spPr>
            <a:xfrm>
              <a:off x="4178880" y="7796160"/>
              <a:ext cx="1116000" cy="498240"/>
            </a:xfrm>
            <a:custGeom>
              <a:avLst/>
              <a:gdLst>
                <a:gd name="textAreaLeft" fmla="*/ 0 w 1116000"/>
                <a:gd name="textAreaRight" fmla="*/ 1116360 w 111600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94051" h="131356">
                  <a:moveTo>
                    <a:pt x="0" y="0"/>
                  </a:moveTo>
                  <a:lnTo>
                    <a:pt x="294051" y="0"/>
                  </a:lnTo>
                  <a:lnTo>
                    <a:pt x="29405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7" name="TextBox 100"/>
            <p:cNvSpPr/>
            <p:nvPr/>
          </p:nvSpPr>
          <p:spPr>
            <a:xfrm>
              <a:off x="4178880" y="7651440"/>
              <a:ext cx="111600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198" name="Group 101"/>
          <p:cNvGrpSpPr/>
          <p:nvPr/>
        </p:nvGrpSpPr>
        <p:grpSpPr>
          <a:xfrm>
            <a:off x="4485960" y="8226360"/>
            <a:ext cx="1116000" cy="642960"/>
            <a:chOff x="4485960" y="8226360"/>
            <a:chExt cx="1116000" cy="642960"/>
          </a:xfrm>
        </p:grpSpPr>
        <p:sp>
          <p:nvSpPr>
            <p:cNvPr id="1199" name="Freeform 102"/>
            <p:cNvSpPr/>
            <p:nvPr/>
          </p:nvSpPr>
          <p:spPr>
            <a:xfrm>
              <a:off x="4485960" y="8371080"/>
              <a:ext cx="1116000" cy="498240"/>
            </a:xfrm>
            <a:custGeom>
              <a:avLst/>
              <a:gdLst>
                <a:gd name="textAreaLeft" fmla="*/ 0 w 1116000"/>
                <a:gd name="textAreaRight" fmla="*/ 1116360 w 111600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94051" h="131356">
                  <a:moveTo>
                    <a:pt x="0" y="0"/>
                  </a:moveTo>
                  <a:lnTo>
                    <a:pt x="294051" y="0"/>
                  </a:lnTo>
                  <a:lnTo>
                    <a:pt x="29405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0" name="TextBox 103"/>
            <p:cNvSpPr/>
            <p:nvPr/>
          </p:nvSpPr>
          <p:spPr>
            <a:xfrm>
              <a:off x="4485960" y="8226360"/>
              <a:ext cx="111600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01" name="Group 104"/>
          <p:cNvGrpSpPr/>
          <p:nvPr/>
        </p:nvGrpSpPr>
        <p:grpSpPr>
          <a:xfrm>
            <a:off x="2179440" y="8819640"/>
            <a:ext cx="1116000" cy="642960"/>
            <a:chOff x="2179440" y="8819640"/>
            <a:chExt cx="1116000" cy="642960"/>
          </a:xfrm>
        </p:grpSpPr>
        <p:sp>
          <p:nvSpPr>
            <p:cNvPr id="1202" name="Freeform 105"/>
            <p:cNvSpPr/>
            <p:nvPr/>
          </p:nvSpPr>
          <p:spPr>
            <a:xfrm>
              <a:off x="2179440" y="8964360"/>
              <a:ext cx="1116000" cy="498240"/>
            </a:xfrm>
            <a:custGeom>
              <a:avLst/>
              <a:gdLst>
                <a:gd name="textAreaLeft" fmla="*/ 0 w 1116000"/>
                <a:gd name="textAreaRight" fmla="*/ 1116360 w 111600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94051" h="131356">
                  <a:moveTo>
                    <a:pt x="0" y="0"/>
                  </a:moveTo>
                  <a:lnTo>
                    <a:pt x="294051" y="0"/>
                  </a:lnTo>
                  <a:lnTo>
                    <a:pt x="294051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3" name="TextBox 106"/>
            <p:cNvSpPr/>
            <p:nvPr/>
          </p:nvSpPr>
          <p:spPr>
            <a:xfrm>
              <a:off x="2179440" y="8819640"/>
              <a:ext cx="111600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04" name="Group 107"/>
          <p:cNvGrpSpPr/>
          <p:nvPr/>
        </p:nvGrpSpPr>
        <p:grpSpPr>
          <a:xfrm>
            <a:off x="2556720" y="7076520"/>
            <a:ext cx="935280" cy="642960"/>
            <a:chOff x="2556720" y="7076520"/>
            <a:chExt cx="935280" cy="642960"/>
          </a:xfrm>
        </p:grpSpPr>
        <p:sp>
          <p:nvSpPr>
            <p:cNvPr id="1205" name="Freeform 108"/>
            <p:cNvSpPr/>
            <p:nvPr/>
          </p:nvSpPr>
          <p:spPr>
            <a:xfrm>
              <a:off x="2556720" y="7221240"/>
              <a:ext cx="935280" cy="498240"/>
            </a:xfrm>
            <a:custGeom>
              <a:avLst/>
              <a:gdLst>
                <a:gd name="textAreaLeft" fmla="*/ 0 w 935280"/>
                <a:gd name="textAreaRight" fmla="*/ 935640 w 93528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46437" h="131356">
                  <a:moveTo>
                    <a:pt x="0" y="0"/>
                  </a:moveTo>
                  <a:lnTo>
                    <a:pt x="246437" y="0"/>
                  </a:lnTo>
                  <a:lnTo>
                    <a:pt x="246437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6" name="TextBox 109"/>
            <p:cNvSpPr/>
            <p:nvPr/>
          </p:nvSpPr>
          <p:spPr>
            <a:xfrm>
              <a:off x="2556720" y="7076520"/>
              <a:ext cx="93528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07" name="Group 110"/>
          <p:cNvGrpSpPr/>
          <p:nvPr/>
        </p:nvGrpSpPr>
        <p:grpSpPr>
          <a:xfrm>
            <a:off x="2179440" y="6501600"/>
            <a:ext cx="935280" cy="642960"/>
            <a:chOff x="2179440" y="6501600"/>
            <a:chExt cx="935280" cy="642960"/>
          </a:xfrm>
        </p:grpSpPr>
        <p:sp>
          <p:nvSpPr>
            <p:cNvPr id="1208" name="Freeform 111"/>
            <p:cNvSpPr/>
            <p:nvPr/>
          </p:nvSpPr>
          <p:spPr>
            <a:xfrm>
              <a:off x="2179440" y="6646320"/>
              <a:ext cx="935280" cy="498240"/>
            </a:xfrm>
            <a:custGeom>
              <a:avLst/>
              <a:gdLst>
                <a:gd name="textAreaLeft" fmla="*/ 0 w 935280"/>
                <a:gd name="textAreaRight" fmla="*/ 935640 w 93528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46437" h="131356">
                  <a:moveTo>
                    <a:pt x="0" y="0"/>
                  </a:moveTo>
                  <a:lnTo>
                    <a:pt x="246437" y="0"/>
                  </a:lnTo>
                  <a:lnTo>
                    <a:pt x="246437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9" name="TextBox 112"/>
            <p:cNvSpPr/>
            <p:nvPr/>
          </p:nvSpPr>
          <p:spPr>
            <a:xfrm>
              <a:off x="2179440" y="6501600"/>
              <a:ext cx="93528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10" name="Group 113"/>
          <p:cNvGrpSpPr/>
          <p:nvPr/>
        </p:nvGrpSpPr>
        <p:grpSpPr>
          <a:xfrm>
            <a:off x="2556720" y="7651440"/>
            <a:ext cx="935280" cy="642960"/>
            <a:chOff x="2556720" y="7651440"/>
            <a:chExt cx="935280" cy="642960"/>
          </a:xfrm>
        </p:grpSpPr>
        <p:sp>
          <p:nvSpPr>
            <p:cNvPr id="1211" name="Freeform 114"/>
            <p:cNvSpPr/>
            <p:nvPr/>
          </p:nvSpPr>
          <p:spPr>
            <a:xfrm>
              <a:off x="2556720" y="7796160"/>
              <a:ext cx="935280" cy="498240"/>
            </a:xfrm>
            <a:custGeom>
              <a:avLst/>
              <a:gdLst>
                <a:gd name="textAreaLeft" fmla="*/ 0 w 935280"/>
                <a:gd name="textAreaRight" fmla="*/ 935640 w 93528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46437" h="131356">
                  <a:moveTo>
                    <a:pt x="0" y="0"/>
                  </a:moveTo>
                  <a:lnTo>
                    <a:pt x="246437" y="0"/>
                  </a:lnTo>
                  <a:lnTo>
                    <a:pt x="246437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12" name="TextBox 115"/>
            <p:cNvSpPr/>
            <p:nvPr/>
          </p:nvSpPr>
          <p:spPr>
            <a:xfrm>
              <a:off x="2556720" y="7651440"/>
              <a:ext cx="93528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13" name="Group 116"/>
          <p:cNvGrpSpPr/>
          <p:nvPr/>
        </p:nvGrpSpPr>
        <p:grpSpPr>
          <a:xfrm>
            <a:off x="2556720" y="8226360"/>
            <a:ext cx="935280" cy="642960"/>
            <a:chOff x="2556720" y="8226360"/>
            <a:chExt cx="935280" cy="642960"/>
          </a:xfrm>
        </p:grpSpPr>
        <p:sp>
          <p:nvSpPr>
            <p:cNvPr id="1214" name="Freeform 117"/>
            <p:cNvSpPr/>
            <p:nvPr/>
          </p:nvSpPr>
          <p:spPr>
            <a:xfrm>
              <a:off x="2556720" y="8371080"/>
              <a:ext cx="935280" cy="498240"/>
            </a:xfrm>
            <a:custGeom>
              <a:avLst/>
              <a:gdLst>
                <a:gd name="textAreaLeft" fmla="*/ 0 w 935280"/>
                <a:gd name="textAreaRight" fmla="*/ 935640 w 93528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46437" h="131356">
                  <a:moveTo>
                    <a:pt x="0" y="0"/>
                  </a:moveTo>
                  <a:lnTo>
                    <a:pt x="246437" y="0"/>
                  </a:lnTo>
                  <a:lnTo>
                    <a:pt x="246437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15" name="TextBox 118"/>
            <p:cNvSpPr/>
            <p:nvPr/>
          </p:nvSpPr>
          <p:spPr>
            <a:xfrm>
              <a:off x="2556720" y="8226360"/>
              <a:ext cx="93528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216" name="TextBox 119"/>
          <p:cNvSpPr/>
          <p:nvPr/>
        </p:nvSpPr>
        <p:spPr>
          <a:xfrm>
            <a:off x="2179440" y="6579720"/>
            <a:ext cx="3998880" cy="34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&lt;ol&gt;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&lt;li&gt;Coffee&lt;/li&gt;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&lt;li&gt;Tea&lt;/li&gt;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&lt;li&gt;Milk&lt;/li&gt;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&lt;/ol&gt;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7" name="Group 2"/>
          <p:cNvGrpSpPr/>
          <p:nvPr/>
        </p:nvGrpSpPr>
        <p:grpSpPr>
          <a:xfrm>
            <a:off x="8764920" y="1584720"/>
            <a:ext cx="3590280" cy="999720"/>
            <a:chOff x="8764920" y="1584720"/>
            <a:chExt cx="3590280" cy="999720"/>
          </a:xfrm>
        </p:grpSpPr>
        <p:sp>
          <p:nvSpPr>
            <p:cNvPr id="1218" name="Freeform 3"/>
            <p:cNvSpPr/>
            <p:nvPr/>
          </p:nvSpPr>
          <p:spPr>
            <a:xfrm>
              <a:off x="8764920" y="1729440"/>
              <a:ext cx="3590280" cy="855000"/>
            </a:xfrm>
            <a:custGeom>
              <a:avLst/>
              <a:gdLst>
                <a:gd name="textAreaLeft" fmla="*/ 0 w 3590280"/>
                <a:gd name="textAreaRight" fmla="*/ 3590640 w 359028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945642" h="225313">
                  <a:moveTo>
                    <a:pt x="0" y="0"/>
                  </a:moveTo>
                  <a:lnTo>
                    <a:pt x="945642" y="0"/>
                  </a:lnTo>
                  <a:lnTo>
                    <a:pt x="945642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19" name="TextBox 4"/>
            <p:cNvSpPr/>
            <p:nvPr/>
          </p:nvSpPr>
          <p:spPr>
            <a:xfrm>
              <a:off x="8764920" y="1584720"/>
              <a:ext cx="359028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20" name="Group 5"/>
          <p:cNvGrpSpPr/>
          <p:nvPr/>
        </p:nvGrpSpPr>
        <p:grpSpPr>
          <a:xfrm>
            <a:off x="1740600" y="3027960"/>
            <a:ext cx="277920" cy="277920"/>
            <a:chOff x="1740600" y="3027960"/>
            <a:chExt cx="277920" cy="277920"/>
          </a:xfrm>
        </p:grpSpPr>
        <p:sp>
          <p:nvSpPr>
            <p:cNvPr id="1221" name="Freeform 6"/>
            <p:cNvSpPr/>
            <p:nvPr/>
          </p:nvSpPr>
          <p:spPr>
            <a:xfrm>
              <a:off x="1740600" y="302796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2" name="TextBox 7"/>
            <p:cNvSpPr/>
            <p:nvPr/>
          </p:nvSpPr>
          <p:spPr>
            <a:xfrm>
              <a:off x="1766520" y="304092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223" name="Freeform 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24" name="Group 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1225" name="Freeform 1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6" name="TextBox 1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227" name="Freeform 1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28" name="Group 1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1229" name="Freeform 1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0" name="TextBox 1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231" name="Freeform 1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" name="Freeform 1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Freeform 1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Freeform 1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Freeform 2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36" name="Group 2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1237" name="Freeform 2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8" name="TextBox 2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239" name="Freeform 2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Freeform 2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41" name="Group 2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1242" name="Freeform 2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3" name="TextBox 2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244" name="AutoShape 29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245" name="Group 30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1246" name="Freeform 31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7" name="TextBox 32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48" name="Group 33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1249" name="Freeform 34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50" name="TextBox 35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51" name="Group 36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1252" name="Freeform 37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53" name="TextBox 38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54" name="Group 39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1255" name="Freeform 40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56" name="TextBox 41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57" name="Group 42"/>
          <p:cNvGrpSpPr/>
          <p:nvPr/>
        </p:nvGrpSpPr>
        <p:grpSpPr>
          <a:xfrm>
            <a:off x="3740760" y="681840"/>
            <a:ext cx="1366920" cy="594720"/>
            <a:chOff x="3740760" y="681840"/>
            <a:chExt cx="1366920" cy="594720"/>
          </a:xfrm>
        </p:grpSpPr>
        <p:sp>
          <p:nvSpPr>
            <p:cNvPr id="1258" name="Freeform 43"/>
            <p:cNvSpPr/>
            <p:nvPr/>
          </p:nvSpPr>
          <p:spPr>
            <a:xfrm>
              <a:off x="3740760" y="826560"/>
              <a:ext cx="1366920" cy="450000"/>
            </a:xfrm>
            <a:custGeom>
              <a:avLst/>
              <a:gdLst>
                <a:gd name="textAreaLeft" fmla="*/ 0 w 1366920"/>
                <a:gd name="textAreaRight" fmla="*/ 1367280 w 1366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59" name="TextBox 44"/>
            <p:cNvSpPr/>
            <p:nvPr/>
          </p:nvSpPr>
          <p:spPr>
            <a:xfrm>
              <a:off x="3740760" y="681840"/>
              <a:ext cx="1366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60" name="Group 45"/>
          <p:cNvGrpSpPr/>
          <p:nvPr/>
        </p:nvGrpSpPr>
        <p:grpSpPr>
          <a:xfrm>
            <a:off x="5108040" y="684720"/>
            <a:ext cx="1385640" cy="594720"/>
            <a:chOff x="5108040" y="684720"/>
            <a:chExt cx="1385640" cy="594720"/>
          </a:xfrm>
        </p:grpSpPr>
        <p:sp>
          <p:nvSpPr>
            <p:cNvPr id="1261" name="Freeform 46"/>
            <p:cNvSpPr/>
            <p:nvPr/>
          </p:nvSpPr>
          <p:spPr>
            <a:xfrm>
              <a:off x="5108040" y="829080"/>
              <a:ext cx="1385640" cy="450000"/>
            </a:xfrm>
            <a:custGeom>
              <a:avLst/>
              <a:gdLst>
                <a:gd name="textAreaLeft" fmla="*/ 0 w 1385640"/>
                <a:gd name="textAreaRight" fmla="*/ 1386000 w 1385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2" name="TextBox 47"/>
            <p:cNvSpPr/>
            <p:nvPr/>
          </p:nvSpPr>
          <p:spPr>
            <a:xfrm>
              <a:off x="5108040" y="684720"/>
              <a:ext cx="1385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63" name="Group 48"/>
          <p:cNvGrpSpPr/>
          <p:nvPr/>
        </p:nvGrpSpPr>
        <p:grpSpPr>
          <a:xfrm>
            <a:off x="6494040" y="684720"/>
            <a:ext cx="1029600" cy="594720"/>
            <a:chOff x="6494040" y="684720"/>
            <a:chExt cx="1029600" cy="594720"/>
          </a:xfrm>
        </p:grpSpPr>
        <p:sp>
          <p:nvSpPr>
            <p:cNvPr id="1264" name="Freeform 49"/>
            <p:cNvSpPr/>
            <p:nvPr/>
          </p:nvSpPr>
          <p:spPr>
            <a:xfrm>
              <a:off x="6494040" y="829080"/>
              <a:ext cx="1029600" cy="450000"/>
            </a:xfrm>
            <a:custGeom>
              <a:avLst/>
              <a:gdLst>
                <a:gd name="textAreaLeft" fmla="*/ 0 w 1029600"/>
                <a:gd name="textAreaRight" fmla="*/ 1029960 w 10296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5" name="TextBox 50"/>
            <p:cNvSpPr/>
            <p:nvPr/>
          </p:nvSpPr>
          <p:spPr>
            <a:xfrm>
              <a:off x="6494040" y="684720"/>
              <a:ext cx="10296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66" name="Group 51"/>
          <p:cNvGrpSpPr/>
          <p:nvPr/>
        </p:nvGrpSpPr>
        <p:grpSpPr>
          <a:xfrm>
            <a:off x="7524000" y="684720"/>
            <a:ext cx="1102320" cy="594720"/>
            <a:chOff x="7524000" y="684720"/>
            <a:chExt cx="1102320" cy="594720"/>
          </a:xfrm>
        </p:grpSpPr>
        <p:sp>
          <p:nvSpPr>
            <p:cNvPr id="1267" name="Freeform 52"/>
            <p:cNvSpPr/>
            <p:nvPr/>
          </p:nvSpPr>
          <p:spPr>
            <a:xfrm>
              <a:off x="7524000" y="829080"/>
              <a:ext cx="1102320" cy="450000"/>
            </a:xfrm>
            <a:custGeom>
              <a:avLst/>
              <a:gdLst>
                <a:gd name="textAreaLeft" fmla="*/ 0 w 1102320"/>
                <a:gd name="textAreaRight" fmla="*/ 1102680 w 11023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8" name="TextBox 53"/>
            <p:cNvSpPr/>
            <p:nvPr/>
          </p:nvSpPr>
          <p:spPr>
            <a:xfrm>
              <a:off x="7524000" y="684720"/>
              <a:ext cx="11023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69" name="Group 54"/>
          <p:cNvGrpSpPr/>
          <p:nvPr/>
        </p:nvGrpSpPr>
        <p:grpSpPr>
          <a:xfrm>
            <a:off x="8626680" y="684720"/>
            <a:ext cx="1195920" cy="594720"/>
            <a:chOff x="8626680" y="684720"/>
            <a:chExt cx="1195920" cy="594720"/>
          </a:xfrm>
        </p:grpSpPr>
        <p:sp>
          <p:nvSpPr>
            <p:cNvPr id="1270" name="Freeform 55"/>
            <p:cNvSpPr/>
            <p:nvPr/>
          </p:nvSpPr>
          <p:spPr>
            <a:xfrm>
              <a:off x="8626680" y="829080"/>
              <a:ext cx="1195920" cy="450000"/>
            </a:xfrm>
            <a:custGeom>
              <a:avLst/>
              <a:gdLst>
                <a:gd name="textAreaLeft" fmla="*/ 0 w 1195920"/>
                <a:gd name="textAreaRight" fmla="*/ 1196280 w 1195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1" name="TextBox 56"/>
            <p:cNvSpPr/>
            <p:nvPr/>
          </p:nvSpPr>
          <p:spPr>
            <a:xfrm>
              <a:off x="8626680" y="684720"/>
              <a:ext cx="1195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72" name="Group 57"/>
          <p:cNvGrpSpPr/>
          <p:nvPr/>
        </p:nvGrpSpPr>
        <p:grpSpPr>
          <a:xfrm>
            <a:off x="7116840" y="2883240"/>
            <a:ext cx="982440" cy="488160"/>
            <a:chOff x="7116840" y="2883240"/>
            <a:chExt cx="982440" cy="488160"/>
          </a:xfrm>
        </p:grpSpPr>
        <p:sp>
          <p:nvSpPr>
            <p:cNvPr id="1273" name="Freeform 58"/>
            <p:cNvSpPr/>
            <p:nvPr/>
          </p:nvSpPr>
          <p:spPr>
            <a:xfrm>
              <a:off x="7116840" y="3027960"/>
              <a:ext cx="982440" cy="343440"/>
            </a:xfrm>
            <a:custGeom>
              <a:avLst/>
              <a:gdLst>
                <a:gd name="textAreaLeft" fmla="*/ 0 w 982440"/>
                <a:gd name="textAreaRight" fmla="*/ 982800 w 982440"/>
                <a:gd name="textAreaTop" fmla="*/ 0 h 343440"/>
                <a:gd name="textAreaBottom" fmla="*/ 343800 h 343440"/>
              </a:gdLst>
              <a:ahLst/>
              <a:rect l="textAreaLeft" t="textAreaTop" r="textAreaRight" b="textAreaBottom"/>
              <a:pathLst>
                <a:path w="258844" h="90526">
                  <a:moveTo>
                    <a:pt x="0" y="0"/>
                  </a:moveTo>
                  <a:lnTo>
                    <a:pt x="258844" y="0"/>
                  </a:lnTo>
                  <a:lnTo>
                    <a:pt x="258844" y="90526"/>
                  </a:lnTo>
                  <a:lnTo>
                    <a:pt x="0" y="90526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4" name="TextBox 59"/>
            <p:cNvSpPr/>
            <p:nvPr/>
          </p:nvSpPr>
          <p:spPr>
            <a:xfrm>
              <a:off x="7116840" y="2883240"/>
              <a:ext cx="982440" cy="48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75" name="Group 60"/>
          <p:cNvGrpSpPr/>
          <p:nvPr/>
        </p:nvGrpSpPr>
        <p:grpSpPr>
          <a:xfrm>
            <a:off x="9821880" y="695520"/>
            <a:ext cx="1238400" cy="594720"/>
            <a:chOff x="9821880" y="695520"/>
            <a:chExt cx="1238400" cy="594720"/>
          </a:xfrm>
        </p:grpSpPr>
        <p:sp>
          <p:nvSpPr>
            <p:cNvPr id="1276" name="Freeform 61"/>
            <p:cNvSpPr/>
            <p:nvPr/>
          </p:nvSpPr>
          <p:spPr>
            <a:xfrm>
              <a:off x="9821880" y="840240"/>
              <a:ext cx="1238400" cy="450000"/>
            </a:xfrm>
            <a:custGeom>
              <a:avLst/>
              <a:gdLst>
                <a:gd name="textAreaLeft" fmla="*/ 0 w 1238400"/>
                <a:gd name="textAreaRight" fmla="*/ 1238760 w 12384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26213" h="118584">
                  <a:moveTo>
                    <a:pt x="0" y="0"/>
                  </a:moveTo>
                  <a:lnTo>
                    <a:pt x="326213" y="0"/>
                  </a:lnTo>
                  <a:lnTo>
                    <a:pt x="326213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7" name="TextBox 62"/>
            <p:cNvSpPr/>
            <p:nvPr/>
          </p:nvSpPr>
          <p:spPr>
            <a:xfrm>
              <a:off x="9821880" y="695520"/>
              <a:ext cx="12384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278" name="Freeform 63"/>
          <p:cNvSpPr/>
          <p:nvPr/>
        </p:nvSpPr>
        <p:spPr>
          <a:xfrm>
            <a:off x="10741680" y="1002960"/>
            <a:ext cx="128160" cy="123840"/>
          </a:xfrm>
          <a:custGeom>
            <a:avLst/>
            <a:gdLst>
              <a:gd name="textAreaLeft" fmla="*/ 0 w 128160"/>
              <a:gd name="textAreaRight" fmla="*/ 128520 w 128160"/>
              <a:gd name="textAreaTop" fmla="*/ 0 h 123840"/>
              <a:gd name="textAreaBottom" fmla="*/ 124200 h 123840"/>
            </a:gdLst>
            <a:ahLst/>
            <a:rect l="textAreaLeft" t="textAreaTop" r="textAreaRight" b="textAreaBottom"/>
            <a:pathLst>
              <a:path w="128586" h="124378">
                <a:moveTo>
                  <a:pt x="0" y="0"/>
                </a:moveTo>
                <a:lnTo>
                  <a:pt x="128587" y="0"/>
                </a:lnTo>
                <a:lnTo>
                  <a:pt x="128587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79" name="Table 64"/>
          <p:cNvGraphicFramePr/>
          <p:nvPr/>
        </p:nvGraphicFramePr>
        <p:xfrm>
          <a:off x="2233080" y="3760560"/>
          <a:ext cx="12746880" cy="6760080"/>
        </p:xfrm>
        <a:graphic>
          <a:graphicData uri="http://schemas.openxmlformats.org/drawingml/2006/table">
            <a:tbl>
              <a:tblPr/>
              <a:tblGrid>
                <a:gridCol w="2431440"/>
                <a:gridCol w="10315440"/>
              </a:tblGrid>
              <a:tr h="939960">
                <a:tc>
                  <a:txBody>
                    <a:bodyPr lIns="190440" rIns="190440" tIns="190440" bIns="190440" anchor="ctr">
                      <a:noAutofit/>
                    </a:bodyPr>
                    <a:p>
                      <a:pPr algn="ctr" defTabSz="914400">
                        <a:lnSpc>
                          <a:spcPts val="3640"/>
                        </a:lnSpc>
                      </a:pPr>
                      <a:r>
                        <a:rPr b="1" lang="en-US" sz="2600" spc="-1" strike="noStrike">
                          <a:solidFill>
                            <a:srgbClr val="ffffff"/>
                          </a:solidFill>
                          <a:latin typeface="Consolas Bold"/>
                          <a:ea typeface="Consolas Bold"/>
                        </a:rPr>
                        <a:t>Type</a:t>
                      </a:r>
                      <a:endParaRPr b="0" lang="en-PH" sz="2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90440" bIns="190440" anchor="ctr">
                      <a:noAutofit/>
                    </a:bodyPr>
                    <a:p>
                      <a:pPr algn="ctr" defTabSz="914400">
                        <a:lnSpc>
                          <a:spcPts val="3640"/>
                        </a:lnSpc>
                      </a:pPr>
                      <a:r>
                        <a:rPr b="1" lang="en-US" sz="2600" spc="-1" strike="noStrik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</a:rPr>
                        <a:t>Description</a:t>
                      </a:r>
                      <a:endParaRPr b="0" lang="en-PH" sz="2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920520">
                <a:tc>
                  <a:txBody>
                    <a:bodyPr lIns="190440" rIns="190440" tIns="190440" bIns="190440" anchor="ctr">
                      <a:noAutofit/>
                    </a:bodyPr>
                    <a:p>
                      <a:pPr algn="ctr" defTabSz="914400">
                        <a:lnSpc>
                          <a:spcPts val="3220"/>
                        </a:lnSpc>
                      </a:pPr>
                      <a:r>
                        <a:rPr b="0" lang="en-US" sz="2300" spc="-1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</a:rPr>
                        <a:t>type="1"</a:t>
                      </a:r>
                      <a:endParaRPr b="0" lang="en-PH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90440" bIns="190440" anchor="ctr">
                      <a:noAutofit/>
                    </a:bodyPr>
                    <a:p>
                      <a:pPr algn="ctr" defTabSz="914400">
                        <a:lnSpc>
                          <a:spcPts val="3498"/>
                        </a:lnSpc>
                      </a:pPr>
                      <a:r>
                        <a:rPr b="0" lang="en-US" sz="2500" spc="-1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</a:rPr>
                        <a:t>The list items will be numbered with numbers (default)</a:t>
                      </a:r>
                      <a:endParaRPr b="0" lang="en-PH" sz="2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920520">
                <a:tc>
                  <a:txBody>
                    <a:bodyPr lIns="190440" rIns="190440" tIns="190440" bIns="190440" anchor="ctr">
                      <a:noAutofit/>
                    </a:bodyPr>
                    <a:p>
                      <a:pPr algn="ctr" defTabSz="914400">
                        <a:lnSpc>
                          <a:spcPts val="3220"/>
                        </a:lnSpc>
                      </a:pPr>
                      <a:r>
                        <a:rPr b="0" lang="en-US" sz="2300" spc="-1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</a:rPr>
                        <a:t>type="A"</a:t>
                      </a:r>
                      <a:endParaRPr b="0" lang="en-PH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90440" bIns="190440" anchor="ctr">
                      <a:noAutofit/>
                    </a:bodyPr>
                    <a:p>
                      <a:pPr algn="ctr" defTabSz="914400">
                        <a:lnSpc>
                          <a:spcPts val="3498"/>
                        </a:lnSpc>
                      </a:pPr>
                      <a:r>
                        <a:rPr b="0" lang="en-US" sz="2500" spc="-1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</a:rPr>
                        <a:t>The list items will be numbered with uppercase letters</a:t>
                      </a:r>
                      <a:endParaRPr b="0" lang="en-PH" sz="2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882360">
                <a:tc>
                  <a:txBody>
                    <a:bodyPr lIns="190440" rIns="190440" tIns="190440" bIns="190440" anchor="ctr">
                      <a:noAutofit/>
                    </a:bodyPr>
                    <a:p>
                      <a:pPr algn="ctr" defTabSz="914400">
                        <a:lnSpc>
                          <a:spcPts val="3220"/>
                        </a:lnSpc>
                      </a:pPr>
                      <a:r>
                        <a:rPr b="0" lang="en-US" sz="2300" spc="-1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</a:rPr>
                        <a:t>type="a"</a:t>
                      </a:r>
                      <a:endParaRPr b="0" lang="en-PH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90440" bIns="190440" anchor="ctr">
                      <a:noAutofit/>
                    </a:bodyPr>
                    <a:p>
                      <a:pPr algn="ctr" defTabSz="914400">
                        <a:lnSpc>
                          <a:spcPts val="3220"/>
                        </a:lnSpc>
                      </a:pPr>
                      <a:r>
                        <a:rPr b="0" lang="en-US" sz="2300" spc="-1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</a:rPr>
                        <a:t>The list items will be numbered with lowercase letters</a:t>
                      </a:r>
                      <a:endParaRPr b="0" lang="en-PH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882360">
                <a:tc>
                  <a:txBody>
                    <a:bodyPr lIns="190440" rIns="190440" tIns="190440" bIns="190440" anchor="ctr">
                      <a:noAutofit/>
                    </a:bodyPr>
                    <a:p>
                      <a:pPr algn="ctr" defTabSz="914400">
                        <a:lnSpc>
                          <a:spcPts val="3220"/>
                        </a:lnSpc>
                      </a:pPr>
                      <a:r>
                        <a:rPr b="0" lang="en-US" sz="2300" spc="-1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</a:rPr>
                        <a:t>type="I"</a:t>
                      </a:r>
                      <a:endParaRPr b="0" lang="en-PH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90440" bIns="190440" anchor="ctr">
                      <a:noAutofit/>
                    </a:bodyPr>
                    <a:p>
                      <a:pPr algn="ctr" defTabSz="914400">
                        <a:lnSpc>
                          <a:spcPts val="3220"/>
                        </a:lnSpc>
                      </a:pPr>
                      <a:r>
                        <a:rPr b="0" lang="en-US" sz="2300" spc="-1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</a:rPr>
                        <a:t>The list items will be numbered with uppercase roman numbers</a:t>
                      </a:r>
                      <a:endParaRPr b="0" lang="en-PH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882360">
                <a:tc>
                  <a:txBody>
                    <a:bodyPr lIns="190440" rIns="190440" tIns="190440" bIns="190440" anchor="ctr">
                      <a:noAutofit/>
                    </a:bodyPr>
                    <a:p>
                      <a:pPr algn="ctr" defTabSz="914400">
                        <a:lnSpc>
                          <a:spcPts val="3220"/>
                        </a:lnSpc>
                      </a:pPr>
                      <a:r>
                        <a:rPr b="0" lang="en-US" sz="2300" spc="-1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</a:rPr>
                        <a:t>type="i"</a:t>
                      </a:r>
                      <a:endParaRPr b="0" lang="en-PH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0440" rIns="190440" tIns="190440" bIns="190440" anchor="ctr">
                      <a:noAutofit/>
                    </a:bodyPr>
                    <a:p>
                      <a:pPr algn="ctr" defTabSz="914400">
                        <a:lnSpc>
                          <a:spcPts val="3220"/>
                        </a:lnSpc>
                      </a:pPr>
                      <a:r>
                        <a:rPr b="0" lang="en-US" sz="2300" spc="-1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</a:rPr>
                        <a:t>The list items will be numbered with lowercase roman numbers</a:t>
                      </a:r>
                      <a:endParaRPr b="0" lang="en-PH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80" name="TextBox 65"/>
          <p:cNvSpPr/>
          <p:nvPr/>
        </p:nvSpPr>
        <p:spPr>
          <a:xfrm>
            <a:off x="1917360" y="1748520"/>
            <a:ext cx="1061532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ORDERED LISTS TYPE ATTRIBUTE 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1" name="TextBox 66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2" name="TextBox 67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3" name="TextBox 68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4" name="TextBox 69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5" name="TextBox 70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6" name="TextBox 71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7" name="TextBox 72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8" name="TextBox 73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9" name="TextBox 74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0" name="TextBox 75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1" name="TextBox 76"/>
          <p:cNvSpPr/>
          <p:nvPr/>
        </p:nvSpPr>
        <p:spPr>
          <a:xfrm>
            <a:off x="3903480" y="8348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H_Rules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2" name="TextBox 77"/>
          <p:cNvSpPr/>
          <p:nvPr/>
        </p:nvSpPr>
        <p:spPr>
          <a:xfrm>
            <a:off x="5257800" y="835560"/>
            <a:ext cx="10857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L_Breaks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3" name="TextBox 78"/>
          <p:cNvSpPr/>
          <p:nvPr/>
        </p:nvSpPr>
        <p:spPr>
          <a:xfrm>
            <a:off x="6617520" y="834840"/>
            <a:ext cx="749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Links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4" name="TextBox 79"/>
          <p:cNvSpPr/>
          <p:nvPr/>
        </p:nvSpPr>
        <p:spPr>
          <a:xfrm>
            <a:off x="7608240" y="835560"/>
            <a:ext cx="934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Images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5" name="TextBox 80"/>
          <p:cNvSpPr/>
          <p:nvPr/>
        </p:nvSpPr>
        <p:spPr>
          <a:xfrm>
            <a:off x="8694360" y="8240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Favicon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6" name="TextBox 81"/>
          <p:cNvSpPr/>
          <p:nvPr/>
        </p:nvSpPr>
        <p:spPr>
          <a:xfrm>
            <a:off x="2233080" y="2854080"/>
            <a:ext cx="15026040" cy="97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41"/>
              </a:lnSpc>
            </a:pPr>
            <a:r>
              <a:rPr b="0" lang="en-US" sz="2740" spc="-1" strike="noStrike">
                <a:solidFill>
                  <a:srgbClr val="ffffff"/>
                </a:solidFill>
                <a:latin typeface="Consolas"/>
                <a:ea typeface="Consolas"/>
              </a:rPr>
              <a:t>The type attribute of the &lt;ol&gt; tag, defines the type of the list item marker:</a:t>
            </a:r>
            <a:endParaRPr b="0" lang="en-PH" sz="27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7" name="TextBox 82"/>
          <p:cNvSpPr/>
          <p:nvPr/>
        </p:nvSpPr>
        <p:spPr>
          <a:xfrm>
            <a:off x="9822960" y="834840"/>
            <a:ext cx="889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Lists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8" name="Group 2"/>
          <p:cNvGrpSpPr/>
          <p:nvPr/>
        </p:nvGrpSpPr>
        <p:grpSpPr>
          <a:xfrm>
            <a:off x="6310440" y="1584720"/>
            <a:ext cx="1521720" cy="999720"/>
            <a:chOff x="6310440" y="1584720"/>
            <a:chExt cx="1521720" cy="999720"/>
          </a:xfrm>
        </p:grpSpPr>
        <p:sp>
          <p:nvSpPr>
            <p:cNvPr id="1299" name="Freeform 3"/>
            <p:cNvSpPr/>
            <p:nvPr/>
          </p:nvSpPr>
          <p:spPr>
            <a:xfrm>
              <a:off x="6310440" y="1729440"/>
              <a:ext cx="1521720" cy="855000"/>
            </a:xfrm>
            <a:custGeom>
              <a:avLst/>
              <a:gdLst>
                <a:gd name="textAreaLeft" fmla="*/ 0 w 1521720"/>
                <a:gd name="textAreaRight" fmla="*/ 1522080 w 152172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400860" h="225313">
                  <a:moveTo>
                    <a:pt x="0" y="0"/>
                  </a:moveTo>
                  <a:lnTo>
                    <a:pt x="400860" y="0"/>
                  </a:lnTo>
                  <a:lnTo>
                    <a:pt x="400860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0" name="TextBox 4"/>
            <p:cNvSpPr/>
            <p:nvPr/>
          </p:nvSpPr>
          <p:spPr>
            <a:xfrm>
              <a:off x="6310440" y="1584720"/>
              <a:ext cx="152172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01" name="Group 5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1302" name="Freeform 6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3" name="TextBox 7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04" name="Freeform 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5" name="Group 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1306" name="Freeform 1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7" name="TextBox 1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08" name="Freeform 1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9" name="Group 1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1310" name="Freeform 1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1" name="TextBox 1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12" name="Freeform 1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3" name="Freeform 1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4" name="Freeform 1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" name="Freeform 1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Freeform 2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17" name="Group 2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1318" name="Freeform 2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9" name="TextBox 2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20" name="Freeform 2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Freeform 2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22" name="Group 2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1323" name="Freeform 2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24" name="TextBox 2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25" name="AutoShape 29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326" name="Group 30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1327" name="Freeform 31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28" name="TextBox 32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29" name="Group 33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1330" name="Freeform 34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1" name="TextBox 35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32" name="Group 36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1333" name="Freeform 37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4" name="TextBox 38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35" name="Group 39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1336" name="Freeform 40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7" name="TextBox 41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38" name="Group 42"/>
          <p:cNvGrpSpPr/>
          <p:nvPr/>
        </p:nvGrpSpPr>
        <p:grpSpPr>
          <a:xfrm>
            <a:off x="3740760" y="681840"/>
            <a:ext cx="1366920" cy="594720"/>
            <a:chOff x="3740760" y="681840"/>
            <a:chExt cx="1366920" cy="594720"/>
          </a:xfrm>
        </p:grpSpPr>
        <p:sp>
          <p:nvSpPr>
            <p:cNvPr id="1339" name="Freeform 43"/>
            <p:cNvSpPr/>
            <p:nvPr/>
          </p:nvSpPr>
          <p:spPr>
            <a:xfrm>
              <a:off x="3740760" y="826560"/>
              <a:ext cx="1366920" cy="450000"/>
            </a:xfrm>
            <a:custGeom>
              <a:avLst/>
              <a:gdLst>
                <a:gd name="textAreaLeft" fmla="*/ 0 w 1366920"/>
                <a:gd name="textAreaRight" fmla="*/ 1367280 w 1366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0" name="TextBox 44"/>
            <p:cNvSpPr/>
            <p:nvPr/>
          </p:nvSpPr>
          <p:spPr>
            <a:xfrm>
              <a:off x="3740760" y="681840"/>
              <a:ext cx="1366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41" name="Group 45"/>
          <p:cNvGrpSpPr/>
          <p:nvPr/>
        </p:nvGrpSpPr>
        <p:grpSpPr>
          <a:xfrm>
            <a:off x="5108040" y="684720"/>
            <a:ext cx="1385640" cy="594720"/>
            <a:chOff x="5108040" y="684720"/>
            <a:chExt cx="1385640" cy="594720"/>
          </a:xfrm>
        </p:grpSpPr>
        <p:sp>
          <p:nvSpPr>
            <p:cNvPr id="1342" name="Freeform 46"/>
            <p:cNvSpPr/>
            <p:nvPr/>
          </p:nvSpPr>
          <p:spPr>
            <a:xfrm>
              <a:off x="5108040" y="829080"/>
              <a:ext cx="1385640" cy="450000"/>
            </a:xfrm>
            <a:custGeom>
              <a:avLst/>
              <a:gdLst>
                <a:gd name="textAreaLeft" fmla="*/ 0 w 1385640"/>
                <a:gd name="textAreaRight" fmla="*/ 1386000 w 1385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3" name="TextBox 47"/>
            <p:cNvSpPr/>
            <p:nvPr/>
          </p:nvSpPr>
          <p:spPr>
            <a:xfrm>
              <a:off x="5108040" y="684720"/>
              <a:ext cx="1385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44" name="Group 48"/>
          <p:cNvGrpSpPr/>
          <p:nvPr/>
        </p:nvGrpSpPr>
        <p:grpSpPr>
          <a:xfrm>
            <a:off x="6494040" y="684720"/>
            <a:ext cx="1029600" cy="594720"/>
            <a:chOff x="6494040" y="684720"/>
            <a:chExt cx="1029600" cy="594720"/>
          </a:xfrm>
        </p:grpSpPr>
        <p:sp>
          <p:nvSpPr>
            <p:cNvPr id="1345" name="Freeform 49"/>
            <p:cNvSpPr/>
            <p:nvPr/>
          </p:nvSpPr>
          <p:spPr>
            <a:xfrm>
              <a:off x="6494040" y="829080"/>
              <a:ext cx="1029600" cy="450000"/>
            </a:xfrm>
            <a:custGeom>
              <a:avLst/>
              <a:gdLst>
                <a:gd name="textAreaLeft" fmla="*/ 0 w 1029600"/>
                <a:gd name="textAreaRight" fmla="*/ 1029960 w 10296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6" name="TextBox 50"/>
            <p:cNvSpPr/>
            <p:nvPr/>
          </p:nvSpPr>
          <p:spPr>
            <a:xfrm>
              <a:off x="6494040" y="684720"/>
              <a:ext cx="10296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47" name="Group 51"/>
          <p:cNvGrpSpPr/>
          <p:nvPr/>
        </p:nvGrpSpPr>
        <p:grpSpPr>
          <a:xfrm>
            <a:off x="7524000" y="684720"/>
            <a:ext cx="1102320" cy="594720"/>
            <a:chOff x="7524000" y="684720"/>
            <a:chExt cx="1102320" cy="594720"/>
          </a:xfrm>
        </p:grpSpPr>
        <p:sp>
          <p:nvSpPr>
            <p:cNvPr id="1348" name="Freeform 52"/>
            <p:cNvSpPr/>
            <p:nvPr/>
          </p:nvSpPr>
          <p:spPr>
            <a:xfrm>
              <a:off x="7524000" y="829080"/>
              <a:ext cx="1102320" cy="450000"/>
            </a:xfrm>
            <a:custGeom>
              <a:avLst/>
              <a:gdLst>
                <a:gd name="textAreaLeft" fmla="*/ 0 w 1102320"/>
                <a:gd name="textAreaRight" fmla="*/ 1102680 w 11023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9" name="TextBox 53"/>
            <p:cNvSpPr/>
            <p:nvPr/>
          </p:nvSpPr>
          <p:spPr>
            <a:xfrm>
              <a:off x="7524000" y="684720"/>
              <a:ext cx="11023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50" name="TextBox 54"/>
          <p:cNvSpPr/>
          <p:nvPr/>
        </p:nvSpPr>
        <p:spPr>
          <a:xfrm>
            <a:off x="1917360" y="1748520"/>
            <a:ext cx="591444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DESCRIPTION LIST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1" name="TextBox 55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2" name="TextBox 56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3" name="TextBox 57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4" name="TextBox 58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5" name="TextBox 59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6" name="TextBox 60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7" name="TextBox 61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8" name="TextBox 62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9" name="TextBox 63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0" name="TextBox 64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1" name="TextBox 65"/>
          <p:cNvSpPr/>
          <p:nvPr/>
        </p:nvSpPr>
        <p:spPr>
          <a:xfrm>
            <a:off x="3903480" y="8348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H_Rules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2" name="TextBox 66"/>
          <p:cNvSpPr/>
          <p:nvPr/>
        </p:nvSpPr>
        <p:spPr>
          <a:xfrm>
            <a:off x="5257800" y="835560"/>
            <a:ext cx="10857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L_Breaks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3" name="TextBox 67"/>
          <p:cNvSpPr/>
          <p:nvPr/>
        </p:nvSpPr>
        <p:spPr>
          <a:xfrm>
            <a:off x="6617520" y="834840"/>
            <a:ext cx="749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Links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4" name="TextBox 68"/>
          <p:cNvSpPr/>
          <p:nvPr/>
        </p:nvSpPr>
        <p:spPr>
          <a:xfrm>
            <a:off x="7608240" y="835560"/>
            <a:ext cx="934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Images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365" name="Group 69"/>
          <p:cNvGrpSpPr/>
          <p:nvPr/>
        </p:nvGrpSpPr>
        <p:grpSpPr>
          <a:xfrm>
            <a:off x="8626680" y="684720"/>
            <a:ext cx="1195920" cy="594720"/>
            <a:chOff x="8626680" y="684720"/>
            <a:chExt cx="1195920" cy="594720"/>
          </a:xfrm>
        </p:grpSpPr>
        <p:sp>
          <p:nvSpPr>
            <p:cNvPr id="1366" name="Freeform 70"/>
            <p:cNvSpPr/>
            <p:nvPr/>
          </p:nvSpPr>
          <p:spPr>
            <a:xfrm>
              <a:off x="8626680" y="829080"/>
              <a:ext cx="1195920" cy="450000"/>
            </a:xfrm>
            <a:custGeom>
              <a:avLst/>
              <a:gdLst>
                <a:gd name="textAreaLeft" fmla="*/ 0 w 1195920"/>
                <a:gd name="textAreaRight" fmla="*/ 1196280 w 1195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67" name="TextBox 71"/>
            <p:cNvSpPr/>
            <p:nvPr/>
          </p:nvSpPr>
          <p:spPr>
            <a:xfrm>
              <a:off x="8626680" y="684720"/>
              <a:ext cx="1195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68" name="TextBox 72"/>
          <p:cNvSpPr/>
          <p:nvPr/>
        </p:nvSpPr>
        <p:spPr>
          <a:xfrm>
            <a:off x="8694360" y="8240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Favicon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369" name="Group 73"/>
          <p:cNvGrpSpPr/>
          <p:nvPr/>
        </p:nvGrpSpPr>
        <p:grpSpPr>
          <a:xfrm>
            <a:off x="6494040" y="3022200"/>
            <a:ext cx="3773520" cy="667800"/>
            <a:chOff x="6494040" y="3022200"/>
            <a:chExt cx="3773520" cy="667800"/>
          </a:xfrm>
        </p:grpSpPr>
        <p:sp>
          <p:nvSpPr>
            <p:cNvPr id="1370" name="Freeform 74"/>
            <p:cNvSpPr/>
            <p:nvPr/>
          </p:nvSpPr>
          <p:spPr>
            <a:xfrm>
              <a:off x="6494040" y="3166920"/>
              <a:ext cx="3773520" cy="523080"/>
            </a:xfrm>
            <a:custGeom>
              <a:avLst/>
              <a:gdLst>
                <a:gd name="textAreaLeft" fmla="*/ 0 w 3773520"/>
                <a:gd name="textAreaRight" fmla="*/ 3773880 w 377352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993978" h="137899">
                  <a:moveTo>
                    <a:pt x="0" y="0"/>
                  </a:moveTo>
                  <a:lnTo>
                    <a:pt x="993978" y="0"/>
                  </a:lnTo>
                  <a:lnTo>
                    <a:pt x="993978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1" name="TextBox 75"/>
            <p:cNvSpPr/>
            <p:nvPr/>
          </p:nvSpPr>
          <p:spPr>
            <a:xfrm>
              <a:off x="6494040" y="3022200"/>
              <a:ext cx="377352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72" name="Group 76"/>
          <p:cNvGrpSpPr/>
          <p:nvPr/>
        </p:nvGrpSpPr>
        <p:grpSpPr>
          <a:xfrm>
            <a:off x="3086280" y="5819760"/>
            <a:ext cx="949320" cy="642960"/>
            <a:chOff x="3086280" y="5819760"/>
            <a:chExt cx="949320" cy="642960"/>
          </a:xfrm>
        </p:grpSpPr>
        <p:sp>
          <p:nvSpPr>
            <p:cNvPr id="1373" name="Freeform 77"/>
            <p:cNvSpPr/>
            <p:nvPr/>
          </p:nvSpPr>
          <p:spPr>
            <a:xfrm>
              <a:off x="3086280" y="5964480"/>
              <a:ext cx="949320" cy="498240"/>
            </a:xfrm>
            <a:custGeom>
              <a:avLst/>
              <a:gdLst>
                <a:gd name="textAreaLeft" fmla="*/ 0 w 949320"/>
                <a:gd name="textAreaRight" fmla="*/ 949680 w 94932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50144" h="131356">
                  <a:moveTo>
                    <a:pt x="0" y="0"/>
                  </a:moveTo>
                  <a:lnTo>
                    <a:pt x="250144" y="0"/>
                  </a:lnTo>
                  <a:lnTo>
                    <a:pt x="250144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4" name="TextBox 78"/>
            <p:cNvSpPr/>
            <p:nvPr/>
          </p:nvSpPr>
          <p:spPr>
            <a:xfrm>
              <a:off x="3086280" y="5819760"/>
              <a:ext cx="94932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75" name="Group 79"/>
          <p:cNvGrpSpPr/>
          <p:nvPr/>
        </p:nvGrpSpPr>
        <p:grpSpPr>
          <a:xfrm>
            <a:off x="12692520" y="5819760"/>
            <a:ext cx="949320" cy="642960"/>
            <a:chOff x="12692520" y="5819760"/>
            <a:chExt cx="949320" cy="642960"/>
          </a:xfrm>
        </p:grpSpPr>
        <p:sp>
          <p:nvSpPr>
            <p:cNvPr id="1376" name="Freeform 80"/>
            <p:cNvSpPr/>
            <p:nvPr/>
          </p:nvSpPr>
          <p:spPr>
            <a:xfrm>
              <a:off x="12692520" y="5964480"/>
              <a:ext cx="949320" cy="498240"/>
            </a:xfrm>
            <a:custGeom>
              <a:avLst/>
              <a:gdLst>
                <a:gd name="textAreaLeft" fmla="*/ 0 w 949320"/>
                <a:gd name="textAreaRight" fmla="*/ 949680 w 94932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50144" h="131356">
                  <a:moveTo>
                    <a:pt x="0" y="0"/>
                  </a:moveTo>
                  <a:lnTo>
                    <a:pt x="250144" y="0"/>
                  </a:lnTo>
                  <a:lnTo>
                    <a:pt x="250144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7" name="TextBox 81"/>
            <p:cNvSpPr/>
            <p:nvPr/>
          </p:nvSpPr>
          <p:spPr>
            <a:xfrm>
              <a:off x="12692520" y="5819760"/>
              <a:ext cx="94932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78" name="Group 82"/>
          <p:cNvGrpSpPr/>
          <p:nvPr/>
        </p:nvGrpSpPr>
        <p:grpSpPr>
          <a:xfrm>
            <a:off x="7744680" y="6393600"/>
            <a:ext cx="949320" cy="642960"/>
            <a:chOff x="7744680" y="6393600"/>
            <a:chExt cx="949320" cy="642960"/>
          </a:xfrm>
        </p:grpSpPr>
        <p:sp>
          <p:nvSpPr>
            <p:cNvPr id="1379" name="Freeform 83"/>
            <p:cNvSpPr/>
            <p:nvPr/>
          </p:nvSpPr>
          <p:spPr>
            <a:xfrm>
              <a:off x="7744680" y="6538320"/>
              <a:ext cx="949320" cy="498240"/>
            </a:xfrm>
            <a:custGeom>
              <a:avLst/>
              <a:gdLst>
                <a:gd name="textAreaLeft" fmla="*/ 0 w 949320"/>
                <a:gd name="textAreaRight" fmla="*/ 949680 w 94932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50144" h="131356">
                  <a:moveTo>
                    <a:pt x="0" y="0"/>
                  </a:moveTo>
                  <a:lnTo>
                    <a:pt x="250144" y="0"/>
                  </a:lnTo>
                  <a:lnTo>
                    <a:pt x="250144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0" name="TextBox 84"/>
            <p:cNvSpPr/>
            <p:nvPr/>
          </p:nvSpPr>
          <p:spPr>
            <a:xfrm>
              <a:off x="7744680" y="6393600"/>
              <a:ext cx="94932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81" name="Group 85"/>
          <p:cNvGrpSpPr/>
          <p:nvPr/>
        </p:nvGrpSpPr>
        <p:grpSpPr>
          <a:xfrm>
            <a:off x="7524000" y="4127040"/>
            <a:ext cx="2917080" cy="678960"/>
            <a:chOff x="7524000" y="4127040"/>
            <a:chExt cx="2917080" cy="678960"/>
          </a:xfrm>
        </p:grpSpPr>
        <p:sp>
          <p:nvSpPr>
            <p:cNvPr id="1382" name="Freeform 86"/>
            <p:cNvSpPr/>
            <p:nvPr/>
          </p:nvSpPr>
          <p:spPr>
            <a:xfrm>
              <a:off x="7524000" y="4271400"/>
              <a:ext cx="2917080" cy="534240"/>
            </a:xfrm>
            <a:custGeom>
              <a:avLst/>
              <a:gdLst>
                <a:gd name="textAreaLeft" fmla="*/ 0 w 2917080"/>
                <a:gd name="textAreaRight" fmla="*/ 2917440 w 291708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768341" h="140842">
                  <a:moveTo>
                    <a:pt x="0" y="0"/>
                  </a:moveTo>
                  <a:lnTo>
                    <a:pt x="768341" y="0"/>
                  </a:lnTo>
                  <a:lnTo>
                    <a:pt x="768341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3" name="TextBox 87"/>
            <p:cNvSpPr/>
            <p:nvPr/>
          </p:nvSpPr>
          <p:spPr>
            <a:xfrm>
              <a:off x="7524000" y="4127040"/>
              <a:ext cx="291708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84" name="Group 88"/>
          <p:cNvGrpSpPr/>
          <p:nvPr/>
        </p:nvGrpSpPr>
        <p:grpSpPr>
          <a:xfrm>
            <a:off x="10805760" y="4127040"/>
            <a:ext cx="5991120" cy="678960"/>
            <a:chOff x="10805760" y="4127040"/>
            <a:chExt cx="5991120" cy="678960"/>
          </a:xfrm>
        </p:grpSpPr>
        <p:sp>
          <p:nvSpPr>
            <p:cNvPr id="1385" name="Freeform 89"/>
            <p:cNvSpPr/>
            <p:nvPr/>
          </p:nvSpPr>
          <p:spPr>
            <a:xfrm>
              <a:off x="10805760" y="4271400"/>
              <a:ext cx="5991120" cy="534240"/>
            </a:xfrm>
            <a:custGeom>
              <a:avLst/>
              <a:gdLst>
                <a:gd name="textAreaLeft" fmla="*/ 0 w 5991120"/>
                <a:gd name="textAreaRight" fmla="*/ 5991480 w 599112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1578000" h="140842">
                  <a:moveTo>
                    <a:pt x="0" y="0"/>
                  </a:moveTo>
                  <a:lnTo>
                    <a:pt x="1578000" y="0"/>
                  </a:lnTo>
                  <a:lnTo>
                    <a:pt x="1578000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6" name="TextBox 90"/>
            <p:cNvSpPr/>
            <p:nvPr/>
          </p:nvSpPr>
          <p:spPr>
            <a:xfrm>
              <a:off x="10805760" y="4127040"/>
              <a:ext cx="599112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87" name="Group 91"/>
          <p:cNvGrpSpPr/>
          <p:nvPr/>
        </p:nvGrpSpPr>
        <p:grpSpPr>
          <a:xfrm>
            <a:off x="2228040" y="4757040"/>
            <a:ext cx="925200" cy="678960"/>
            <a:chOff x="2228040" y="4757040"/>
            <a:chExt cx="925200" cy="678960"/>
          </a:xfrm>
        </p:grpSpPr>
        <p:sp>
          <p:nvSpPr>
            <p:cNvPr id="1388" name="Freeform 92"/>
            <p:cNvSpPr/>
            <p:nvPr/>
          </p:nvSpPr>
          <p:spPr>
            <a:xfrm>
              <a:off x="2228040" y="4901760"/>
              <a:ext cx="925200" cy="534240"/>
            </a:xfrm>
            <a:custGeom>
              <a:avLst/>
              <a:gdLst>
                <a:gd name="textAreaLeft" fmla="*/ 0 w 925200"/>
                <a:gd name="textAreaRight" fmla="*/ 925560 w 92520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243765" h="140842">
                  <a:moveTo>
                    <a:pt x="0" y="0"/>
                  </a:moveTo>
                  <a:lnTo>
                    <a:pt x="243765" y="0"/>
                  </a:lnTo>
                  <a:lnTo>
                    <a:pt x="243765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9" name="TextBox 93"/>
            <p:cNvSpPr/>
            <p:nvPr/>
          </p:nvSpPr>
          <p:spPr>
            <a:xfrm>
              <a:off x="2228040" y="4757040"/>
              <a:ext cx="92520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90" name="TextBox 94"/>
          <p:cNvSpPr/>
          <p:nvPr/>
        </p:nvSpPr>
        <p:spPr>
          <a:xfrm>
            <a:off x="2233080" y="3061080"/>
            <a:ext cx="14889960" cy="454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HTML also supports description lists.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A description list is a list of terms, with a description of each term.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The &lt;dl&gt; tag defines the description list, the &lt;dt&gt; tag defines the term (name), and the &lt;dd&gt; tag describes each term: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391" name="Group 95"/>
          <p:cNvGrpSpPr/>
          <p:nvPr/>
        </p:nvGrpSpPr>
        <p:grpSpPr>
          <a:xfrm>
            <a:off x="1740600" y="4358520"/>
            <a:ext cx="277920" cy="277920"/>
            <a:chOff x="1740600" y="4358520"/>
            <a:chExt cx="277920" cy="277920"/>
          </a:xfrm>
        </p:grpSpPr>
        <p:sp>
          <p:nvSpPr>
            <p:cNvPr id="1392" name="Freeform 96"/>
            <p:cNvSpPr/>
            <p:nvPr/>
          </p:nvSpPr>
          <p:spPr>
            <a:xfrm>
              <a:off x="1740600" y="435852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3" name="TextBox 97"/>
            <p:cNvSpPr/>
            <p:nvPr/>
          </p:nvSpPr>
          <p:spPr>
            <a:xfrm>
              <a:off x="1766520" y="437148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94" name="Group 98"/>
          <p:cNvGrpSpPr/>
          <p:nvPr/>
        </p:nvGrpSpPr>
        <p:grpSpPr>
          <a:xfrm>
            <a:off x="9821880" y="695520"/>
            <a:ext cx="1238400" cy="594720"/>
            <a:chOff x="9821880" y="695520"/>
            <a:chExt cx="1238400" cy="594720"/>
          </a:xfrm>
        </p:grpSpPr>
        <p:sp>
          <p:nvSpPr>
            <p:cNvPr id="1395" name="Freeform 99"/>
            <p:cNvSpPr/>
            <p:nvPr/>
          </p:nvSpPr>
          <p:spPr>
            <a:xfrm>
              <a:off x="9821880" y="840240"/>
              <a:ext cx="1238400" cy="450000"/>
            </a:xfrm>
            <a:custGeom>
              <a:avLst/>
              <a:gdLst>
                <a:gd name="textAreaLeft" fmla="*/ 0 w 1238400"/>
                <a:gd name="textAreaRight" fmla="*/ 1238760 w 12384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26213" h="118584">
                  <a:moveTo>
                    <a:pt x="0" y="0"/>
                  </a:moveTo>
                  <a:lnTo>
                    <a:pt x="326213" y="0"/>
                  </a:lnTo>
                  <a:lnTo>
                    <a:pt x="326213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6" name="TextBox 100"/>
            <p:cNvSpPr/>
            <p:nvPr/>
          </p:nvSpPr>
          <p:spPr>
            <a:xfrm>
              <a:off x="9821880" y="695520"/>
              <a:ext cx="12384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97" name="TextBox 101"/>
          <p:cNvSpPr/>
          <p:nvPr/>
        </p:nvSpPr>
        <p:spPr>
          <a:xfrm>
            <a:off x="9822960" y="834840"/>
            <a:ext cx="889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Lists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8" name="Freeform 102"/>
          <p:cNvSpPr/>
          <p:nvPr/>
        </p:nvSpPr>
        <p:spPr>
          <a:xfrm>
            <a:off x="10741680" y="1002960"/>
            <a:ext cx="128160" cy="123840"/>
          </a:xfrm>
          <a:custGeom>
            <a:avLst/>
            <a:gdLst>
              <a:gd name="textAreaLeft" fmla="*/ 0 w 128160"/>
              <a:gd name="textAreaRight" fmla="*/ 128520 w 128160"/>
              <a:gd name="textAreaTop" fmla="*/ 0 h 123840"/>
              <a:gd name="textAreaBottom" fmla="*/ 124200 h 123840"/>
            </a:gdLst>
            <a:ahLst/>
            <a:rect l="textAreaLeft" t="textAreaTop" r="textAreaRight" b="textAreaBottom"/>
            <a:pathLst>
              <a:path w="128586" h="124378">
                <a:moveTo>
                  <a:pt x="0" y="0"/>
                </a:moveTo>
                <a:lnTo>
                  <a:pt x="128587" y="0"/>
                </a:lnTo>
                <a:lnTo>
                  <a:pt x="128587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99" name="Group 103"/>
          <p:cNvGrpSpPr/>
          <p:nvPr/>
        </p:nvGrpSpPr>
        <p:grpSpPr>
          <a:xfrm>
            <a:off x="1727640" y="6075000"/>
            <a:ext cx="277920" cy="277920"/>
            <a:chOff x="1727640" y="6075000"/>
            <a:chExt cx="277920" cy="277920"/>
          </a:xfrm>
        </p:grpSpPr>
        <p:sp>
          <p:nvSpPr>
            <p:cNvPr id="1400" name="Freeform 104"/>
            <p:cNvSpPr/>
            <p:nvPr/>
          </p:nvSpPr>
          <p:spPr>
            <a:xfrm>
              <a:off x="1727640" y="607500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1" name="TextBox 105"/>
            <p:cNvSpPr/>
            <p:nvPr/>
          </p:nvSpPr>
          <p:spPr>
            <a:xfrm>
              <a:off x="1753560" y="608796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2" name="Group 2"/>
          <p:cNvGrpSpPr/>
          <p:nvPr/>
        </p:nvGrpSpPr>
        <p:grpSpPr>
          <a:xfrm>
            <a:off x="6310440" y="1584720"/>
            <a:ext cx="1521720" cy="999720"/>
            <a:chOff x="6310440" y="1584720"/>
            <a:chExt cx="1521720" cy="999720"/>
          </a:xfrm>
        </p:grpSpPr>
        <p:sp>
          <p:nvSpPr>
            <p:cNvPr id="1403" name="Freeform 3"/>
            <p:cNvSpPr/>
            <p:nvPr/>
          </p:nvSpPr>
          <p:spPr>
            <a:xfrm>
              <a:off x="6310440" y="1729440"/>
              <a:ext cx="1521720" cy="855000"/>
            </a:xfrm>
            <a:custGeom>
              <a:avLst/>
              <a:gdLst>
                <a:gd name="textAreaLeft" fmla="*/ 0 w 1521720"/>
                <a:gd name="textAreaRight" fmla="*/ 1522080 w 152172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400860" h="225313">
                  <a:moveTo>
                    <a:pt x="0" y="0"/>
                  </a:moveTo>
                  <a:lnTo>
                    <a:pt x="400860" y="0"/>
                  </a:lnTo>
                  <a:lnTo>
                    <a:pt x="400860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4" name="TextBox 4"/>
            <p:cNvSpPr/>
            <p:nvPr/>
          </p:nvSpPr>
          <p:spPr>
            <a:xfrm>
              <a:off x="6310440" y="1584720"/>
              <a:ext cx="152172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05" name="Group 5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1406" name="Freeform 6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7" name="TextBox 7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408" name="Freeform 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09" name="Group 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1410" name="Freeform 1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1" name="TextBox 1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412" name="Freeform 1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13" name="Group 1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1414" name="Freeform 1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5" name="TextBox 1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416" name="Freeform 1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7" name="Freeform 1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Freeform 1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9" name="Freeform 1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Freeform 2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21" name="Group 2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1422" name="Freeform 2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3" name="TextBox 2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424" name="Freeform 2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5" name="Freeform 2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26" name="Group 2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1427" name="Freeform 2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8" name="TextBox 2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429" name="AutoShape 29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430" name="Group 30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1431" name="Freeform 31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2" name="TextBox 32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33" name="Group 33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1434" name="Freeform 34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5" name="TextBox 35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36" name="Group 36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1437" name="Freeform 37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8" name="TextBox 38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39" name="Group 39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1440" name="Freeform 40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41" name="TextBox 41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42" name="Group 42"/>
          <p:cNvGrpSpPr/>
          <p:nvPr/>
        </p:nvGrpSpPr>
        <p:grpSpPr>
          <a:xfrm>
            <a:off x="3740760" y="681840"/>
            <a:ext cx="1366920" cy="594720"/>
            <a:chOff x="3740760" y="681840"/>
            <a:chExt cx="1366920" cy="594720"/>
          </a:xfrm>
        </p:grpSpPr>
        <p:sp>
          <p:nvSpPr>
            <p:cNvPr id="1443" name="Freeform 43"/>
            <p:cNvSpPr/>
            <p:nvPr/>
          </p:nvSpPr>
          <p:spPr>
            <a:xfrm>
              <a:off x="3740760" y="826560"/>
              <a:ext cx="1366920" cy="450000"/>
            </a:xfrm>
            <a:custGeom>
              <a:avLst/>
              <a:gdLst>
                <a:gd name="textAreaLeft" fmla="*/ 0 w 1366920"/>
                <a:gd name="textAreaRight" fmla="*/ 1367280 w 1366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44" name="TextBox 44"/>
            <p:cNvSpPr/>
            <p:nvPr/>
          </p:nvSpPr>
          <p:spPr>
            <a:xfrm>
              <a:off x="3740760" y="681840"/>
              <a:ext cx="1366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45" name="Group 45"/>
          <p:cNvGrpSpPr/>
          <p:nvPr/>
        </p:nvGrpSpPr>
        <p:grpSpPr>
          <a:xfrm>
            <a:off x="5108040" y="684720"/>
            <a:ext cx="1385640" cy="594720"/>
            <a:chOff x="5108040" y="684720"/>
            <a:chExt cx="1385640" cy="594720"/>
          </a:xfrm>
        </p:grpSpPr>
        <p:sp>
          <p:nvSpPr>
            <p:cNvPr id="1446" name="Freeform 46"/>
            <p:cNvSpPr/>
            <p:nvPr/>
          </p:nvSpPr>
          <p:spPr>
            <a:xfrm>
              <a:off x="5108040" y="829080"/>
              <a:ext cx="1385640" cy="450000"/>
            </a:xfrm>
            <a:custGeom>
              <a:avLst/>
              <a:gdLst>
                <a:gd name="textAreaLeft" fmla="*/ 0 w 1385640"/>
                <a:gd name="textAreaRight" fmla="*/ 1386000 w 1385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47" name="TextBox 47"/>
            <p:cNvSpPr/>
            <p:nvPr/>
          </p:nvSpPr>
          <p:spPr>
            <a:xfrm>
              <a:off x="5108040" y="684720"/>
              <a:ext cx="1385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48" name="Group 48"/>
          <p:cNvGrpSpPr/>
          <p:nvPr/>
        </p:nvGrpSpPr>
        <p:grpSpPr>
          <a:xfrm>
            <a:off x="6494040" y="684720"/>
            <a:ext cx="1029600" cy="594720"/>
            <a:chOff x="6494040" y="684720"/>
            <a:chExt cx="1029600" cy="594720"/>
          </a:xfrm>
        </p:grpSpPr>
        <p:sp>
          <p:nvSpPr>
            <p:cNvPr id="1449" name="Freeform 49"/>
            <p:cNvSpPr/>
            <p:nvPr/>
          </p:nvSpPr>
          <p:spPr>
            <a:xfrm>
              <a:off x="6494040" y="829080"/>
              <a:ext cx="1029600" cy="450000"/>
            </a:xfrm>
            <a:custGeom>
              <a:avLst/>
              <a:gdLst>
                <a:gd name="textAreaLeft" fmla="*/ 0 w 1029600"/>
                <a:gd name="textAreaRight" fmla="*/ 1029960 w 10296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0" name="TextBox 50"/>
            <p:cNvSpPr/>
            <p:nvPr/>
          </p:nvSpPr>
          <p:spPr>
            <a:xfrm>
              <a:off x="6494040" y="684720"/>
              <a:ext cx="10296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51" name="Group 51"/>
          <p:cNvGrpSpPr/>
          <p:nvPr/>
        </p:nvGrpSpPr>
        <p:grpSpPr>
          <a:xfrm>
            <a:off x="7524000" y="684720"/>
            <a:ext cx="1102320" cy="594720"/>
            <a:chOff x="7524000" y="684720"/>
            <a:chExt cx="1102320" cy="594720"/>
          </a:xfrm>
        </p:grpSpPr>
        <p:sp>
          <p:nvSpPr>
            <p:cNvPr id="1452" name="Freeform 52"/>
            <p:cNvSpPr/>
            <p:nvPr/>
          </p:nvSpPr>
          <p:spPr>
            <a:xfrm>
              <a:off x="7524000" y="829080"/>
              <a:ext cx="1102320" cy="450000"/>
            </a:xfrm>
            <a:custGeom>
              <a:avLst/>
              <a:gdLst>
                <a:gd name="textAreaLeft" fmla="*/ 0 w 1102320"/>
                <a:gd name="textAreaRight" fmla="*/ 1102680 w 11023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3" name="TextBox 53"/>
            <p:cNvSpPr/>
            <p:nvPr/>
          </p:nvSpPr>
          <p:spPr>
            <a:xfrm>
              <a:off x="7524000" y="684720"/>
              <a:ext cx="11023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454" name="TextBox 54"/>
          <p:cNvSpPr/>
          <p:nvPr/>
        </p:nvSpPr>
        <p:spPr>
          <a:xfrm>
            <a:off x="1917360" y="1748520"/>
            <a:ext cx="591444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DESCRIPTION LIST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5" name="TextBox 55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6" name="TextBox 56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7" name="TextBox 57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8" name="TextBox 58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9" name="TextBox 59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0" name="TextBox 60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1" name="TextBox 61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2" name="TextBox 62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3" name="TextBox 63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4" name="TextBox 64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5" name="TextBox 65"/>
          <p:cNvSpPr/>
          <p:nvPr/>
        </p:nvSpPr>
        <p:spPr>
          <a:xfrm>
            <a:off x="3903480" y="8348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H_Rules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6" name="TextBox 66"/>
          <p:cNvSpPr/>
          <p:nvPr/>
        </p:nvSpPr>
        <p:spPr>
          <a:xfrm>
            <a:off x="5257800" y="835560"/>
            <a:ext cx="10857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L_Breaks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7" name="TextBox 67"/>
          <p:cNvSpPr/>
          <p:nvPr/>
        </p:nvSpPr>
        <p:spPr>
          <a:xfrm>
            <a:off x="6617520" y="834840"/>
            <a:ext cx="749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Links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8" name="TextBox 68"/>
          <p:cNvSpPr/>
          <p:nvPr/>
        </p:nvSpPr>
        <p:spPr>
          <a:xfrm>
            <a:off x="7608240" y="835560"/>
            <a:ext cx="934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Images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469" name="Group 69"/>
          <p:cNvGrpSpPr/>
          <p:nvPr/>
        </p:nvGrpSpPr>
        <p:grpSpPr>
          <a:xfrm>
            <a:off x="8626680" y="684720"/>
            <a:ext cx="1195920" cy="594720"/>
            <a:chOff x="8626680" y="684720"/>
            <a:chExt cx="1195920" cy="594720"/>
          </a:xfrm>
        </p:grpSpPr>
        <p:sp>
          <p:nvSpPr>
            <p:cNvPr id="1470" name="Freeform 70"/>
            <p:cNvSpPr/>
            <p:nvPr/>
          </p:nvSpPr>
          <p:spPr>
            <a:xfrm>
              <a:off x="8626680" y="829080"/>
              <a:ext cx="1195920" cy="450000"/>
            </a:xfrm>
            <a:custGeom>
              <a:avLst/>
              <a:gdLst>
                <a:gd name="textAreaLeft" fmla="*/ 0 w 1195920"/>
                <a:gd name="textAreaRight" fmla="*/ 1196280 w 1195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1" name="TextBox 71"/>
            <p:cNvSpPr/>
            <p:nvPr/>
          </p:nvSpPr>
          <p:spPr>
            <a:xfrm>
              <a:off x="8626680" y="684720"/>
              <a:ext cx="1195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472" name="TextBox 72"/>
          <p:cNvSpPr/>
          <p:nvPr/>
        </p:nvSpPr>
        <p:spPr>
          <a:xfrm>
            <a:off x="8694360" y="8240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Favicon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473" name="Group 73"/>
          <p:cNvGrpSpPr/>
          <p:nvPr/>
        </p:nvGrpSpPr>
        <p:grpSpPr>
          <a:xfrm>
            <a:off x="9821880" y="695520"/>
            <a:ext cx="1238400" cy="594720"/>
            <a:chOff x="9821880" y="695520"/>
            <a:chExt cx="1238400" cy="594720"/>
          </a:xfrm>
        </p:grpSpPr>
        <p:sp>
          <p:nvSpPr>
            <p:cNvPr id="1474" name="Freeform 74"/>
            <p:cNvSpPr/>
            <p:nvPr/>
          </p:nvSpPr>
          <p:spPr>
            <a:xfrm>
              <a:off x="9821880" y="840240"/>
              <a:ext cx="1238400" cy="450000"/>
            </a:xfrm>
            <a:custGeom>
              <a:avLst/>
              <a:gdLst>
                <a:gd name="textAreaLeft" fmla="*/ 0 w 1238400"/>
                <a:gd name="textAreaRight" fmla="*/ 1238760 w 12384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26213" h="118584">
                  <a:moveTo>
                    <a:pt x="0" y="0"/>
                  </a:moveTo>
                  <a:lnTo>
                    <a:pt x="326213" y="0"/>
                  </a:lnTo>
                  <a:lnTo>
                    <a:pt x="326213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5" name="TextBox 75"/>
            <p:cNvSpPr/>
            <p:nvPr/>
          </p:nvSpPr>
          <p:spPr>
            <a:xfrm>
              <a:off x="9821880" y="695520"/>
              <a:ext cx="12384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476" name="TextBox 76"/>
          <p:cNvSpPr/>
          <p:nvPr/>
        </p:nvSpPr>
        <p:spPr>
          <a:xfrm>
            <a:off x="9822960" y="834840"/>
            <a:ext cx="889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Lists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7" name="Freeform 77"/>
          <p:cNvSpPr/>
          <p:nvPr/>
        </p:nvSpPr>
        <p:spPr>
          <a:xfrm>
            <a:off x="10741680" y="1002960"/>
            <a:ext cx="128160" cy="123840"/>
          </a:xfrm>
          <a:custGeom>
            <a:avLst/>
            <a:gdLst>
              <a:gd name="textAreaLeft" fmla="*/ 0 w 128160"/>
              <a:gd name="textAreaRight" fmla="*/ 128520 w 128160"/>
              <a:gd name="textAreaTop" fmla="*/ 0 h 123840"/>
              <a:gd name="textAreaBottom" fmla="*/ 124200 h 123840"/>
            </a:gdLst>
            <a:ahLst/>
            <a:rect l="textAreaLeft" t="textAreaTop" r="textAreaRight" b="textAreaBottom"/>
            <a:pathLst>
              <a:path w="128586" h="124378">
                <a:moveTo>
                  <a:pt x="0" y="0"/>
                </a:moveTo>
                <a:lnTo>
                  <a:pt x="128587" y="0"/>
                </a:lnTo>
                <a:lnTo>
                  <a:pt x="128587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8" name="TextBox 78"/>
          <p:cNvSpPr/>
          <p:nvPr/>
        </p:nvSpPr>
        <p:spPr>
          <a:xfrm>
            <a:off x="2186280" y="3063240"/>
            <a:ext cx="2921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479" name="Group 79"/>
          <p:cNvGrpSpPr/>
          <p:nvPr/>
        </p:nvGrpSpPr>
        <p:grpSpPr>
          <a:xfrm>
            <a:off x="2233080" y="3897360"/>
            <a:ext cx="920160" cy="578880"/>
            <a:chOff x="2233080" y="3897360"/>
            <a:chExt cx="920160" cy="578880"/>
          </a:xfrm>
        </p:grpSpPr>
        <p:sp>
          <p:nvSpPr>
            <p:cNvPr id="1480" name="Freeform 80"/>
            <p:cNvSpPr/>
            <p:nvPr/>
          </p:nvSpPr>
          <p:spPr>
            <a:xfrm>
              <a:off x="2233080" y="4042080"/>
              <a:ext cx="920160" cy="434160"/>
            </a:xfrm>
            <a:custGeom>
              <a:avLst/>
              <a:gdLst>
                <a:gd name="textAreaLeft" fmla="*/ 0 w 920160"/>
                <a:gd name="textAreaRight" fmla="*/ 920520 w 920160"/>
                <a:gd name="textAreaTop" fmla="*/ 0 h 434160"/>
                <a:gd name="textAreaBottom" fmla="*/ 434520 h 434160"/>
              </a:gdLst>
              <a:ahLst/>
              <a:rect l="textAreaLeft" t="textAreaTop" r="textAreaRight" b="textAreaBottom"/>
              <a:pathLst>
                <a:path w="242476" h="114441">
                  <a:moveTo>
                    <a:pt x="0" y="0"/>
                  </a:moveTo>
                  <a:lnTo>
                    <a:pt x="242476" y="0"/>
                  </a:lnTo>
                  <a:lnTo>
                    <a:pt x="242476" y="114441"/>
                  </a:lnTo>
                  <a:lnTo>
                    <a:pt x="0" y="114441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81" name="TextBox 81"/>
            <p:cNvSpPr/>
            <p:nvPr/>
          </p:nvSpPr>
          <p:spPr>
            <a:xfrm>
              <a:off x="2233080" y="3897360"/>
              <a:ext cx="920160" cy="57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82" name="Group 82"/>
          <p:cNvGrpSpPr/>
          <p:nvPr/>
        </p:nvGrpSpPr>
        <p:grpSpPr>
          <a:xfrm>
            <a:off x="2664000" y="4465440"/>
            <a:ext cx="920160" cy="578880"/>
            <a:chOff x="2664000" y="4465440"/>
            <a:chExt cx="920160" cy="578880"/>
          </a:xfrm>
        </p:grpSpPr>
        <p:sp>
          <p:nvSpPr>
            <p:cNvPr id="1483" name="Freeform 83"/>
            <p:cNvSpPr/>
            <p:nvPr/>
          </p:nvSpPr>
          <p:spPr>
            <a:xfrm>
              <a:off x="2664000" y="4609800"/>
              <a:ext cx="920160" cy="434160"/>
            </a:xfrm>
            <a:custGeom>
              <a:avLst/>
              <a:gdLst>
                <a:gd name="textAreaLeft" fmla="*/ 0 w 920160"/>
                <a:gd name="textAreaRight" fmla="*/ 920520 w 920160"/>
                <a:gd name="textAreaTop" fmla="*/ 0 h 434160"/>
                <a:gd name="textAreaBottom" fmla="*/ 434520 h 434160"/>
              </a:gdLst>
              <a:ahLst/>
              <a:rect l="textAreaLeft" t="textAreaTop" r="textAreaRight" b="textAreaBottom"/>
              <a:pathLst>
                <a:path w="242476" h="114441">
                  <a:moveTo>
                    <a:pt x="0" y="0"/>
                  </a:moveTo>
                  <a:lnTo>
                    <a:pt x="242476" y="0"/>
                  </a:lnTo>
                  <a:lnTo>
                    <a:pt x="242476" y="114441"/>
                  </a:lnTo>
                  <a:lnTo>
                    <a:pt x="0" y="114441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84" name="TextBox 84"/>
            <p:cNvSpPr/>
            <p:nvPr/>
          </p:nvSpPr>
          <p:spPr>
            <a:xfrm>
              <a:off x="2664000" y="4465440"/>
              <a:ext cx="920160" cy="57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85" name="Group 85"/>
          <p:cNvGrpSpPr/>
          <p:nvPr/>
        </p:nvGrpSpPr>
        <p:grpSpPr>
          <a:xfrm>
            <a:off x="2664000" y="5027400"/>
            <a:ext cx="920160" cy="578880"/>
            <a:chOff x="2664000" y="5027400"/>
            <a:chExt cx="920160" cy="578880"/>
          </a:xfrm>
        </p:grpSpPr>
        <p:sp>
          <p:nvSpPr>
            <p:cNvPr id="1486" name="Freeform 86"/>
            <p:cNvSpPr/>
            <p:nvPr/>
          </p:nvSpPr>
          <p:spPr>
            <a:xfrm>
              <a:off x="2664000" y="5172120"/>
              <a:ext cx="920160" cy="434160"/>
            </a:xfrm>
            <a:custGeom>
              <a:avLst/>
              <a:gdLst>
                <a:gd name="textAreaLeft" fmla="*/ 0 w 920160"/>
                <a:gd name="textAreaRight" fmla="*/ 920520 w 920160"/>
                <a:gd name="textAreaTop" fmla="*/ 0 h 434160"/>
                <a:gd name="textAreaBottom" fmla="*/ 434520 h 434160"/>
              </a:gdLst>
              <a:ahLst/>
              <a:rect l="textAreaLeft" t="textAreaTop" r="textAreaRight" b="textAreaBottom"/>
              <a:pathLst>
                <a:path w="242476" h="114441">
                  <a:moveTo>
                    <a:pt x="0" y="0"/>
                  </a:moveTo>
                  <a:lnTo>
                    <a:pt x="242476" y="0"/>
                  </a:lnTo>
                  <a:lnTo>
                    <a:pt x="242476" y="114441"/>
                  </a:lnTo>
                  <a:lnTo>
                    <a:pt x="0" y="114441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87" name="TextBox 87"/>
            <p:cNvSpPr/>
            <p:nvPr/>
          </p:nvSpPr>
          <p:spPr>
            <a:xfrm>
              <a:off x="2664000" y="5027400"/>
              <a:ext cx="920160" cy="57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88" name="Group 88"/>
          <p:cNvGrpSpPr/>
          <p:nvPr/>
        </p:nvGrpSpPr>
        <p:grpSpPr>
          <a:xfrm>
            <a:off x="4926240" y="4465440"/>
            <a:ext cx="1173600" cy="578880"/>
            <a:chOff x="4926240" y="4465440"/>
            <a:chExt cx="1173600" cy="578880"/>
          </a:xfrm>
        </p:grpSpPr>
        <p:sp>
          <p:nvSpPr>
            <p:cNvPr id="1489" name="Freeform 89"/>
            <p:cNvSpPr/>
            <p:nvPr/>
          </p:nvSpPr>
          <p:spPr>
            <a:xfrm>
              <a:off x="4926240" y="4609800"/>
              <a:ext cx="1173600" cy="434160"/>
            </a:xfrm>
            <a:custGeom>
              <a:avLst/>
              <a:gdLst>
                <a:gd name="textAreaLeft" fmla="*/ 0 w 1173600"/>
                <a:gd name="textAreaRight" fmla="*/ 1173960 w 1173600"/>
                <a:gd name="textAreaTop" fmla="*/ 0 h 434160"/>
                <a:gd name="textAreaBottom" fmla="*/ 434520 h 434160"/>
              </a:gdLst>
              <a:ahLst/>
              <a:rect l="textAreaLeft" t="textAreaTop" r="textAreaRight" b="textAreaBottom"/>
              <a:pathLst>
                <a:path w="309196" h="114441">
                  <a:moveTo>
                    <a:pt x="0" y="0"/>
                  </a:moveTo>
                  <a:lnTo>
                    <a:pt x="309196" y="0"/>
                  </a:lnTo>
                  <a:lnTo>
                    <a:pt x="309196" y="114441"/>
                  </a:lnTo>
                  <a:lnTo>
                    <a:pt x="0" y="114441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0" name="TextBox 90"/>
            <p:cNvSpPr/>
            <p:nvPr/>
          </p:nvSpPr>
          <p:spPr>
            <a:xfrm>
              <a:off x="4926240" y="4465440"/>
              <a:ext cx="1173600" cy="57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91" name="Group 91"/>
          <p:cNvGrpSpPr/>
          <p:nvPr/>
        </p:nvGrpSpPr>
        <p:grpSpPr>
          <a:xfrm>
            <a:off x="4483080" y="5600520"/>
            <a:ext cx="1173600" cy="578880"/>
            <a:chOff x="4483080" y="5600520"/>
            <a:chExt cx="1173600" cy="578880"/>
          </a:xfrm>
        </p:grpSpPr>
        <p:sp>
          <p:nvSpPr>
            <p:cNvPr id="1492" name="Freeform 92"/>
            <p:cNvSpPr/>
            <p:nvPr/>
          </p:nvSpPr>
          <p:spPr>
            <a:xfrm>
              <a:off x="4483080" y="5745240"/>
              <a:ext cx="1173600" cy="434160"/>
            </a:xfrm>
            <a:custGeom>
              <a:avLst/>
              <a:gdLst>
                <a:gd name="textAreaLeft" fmla="*/ 0 w 1173600"/>
                <a:gd name="textAreaRight" fmla="*/ 1173960 w 1173600"/>
                <a:gd name="textAreaTop" fmla="*/ 0 h 434160"/>
                <a:gd name="textAreaBottom" fmla="*/ 434520 h 434160"/>
              </a:gdLst>
              <a:ahLst/>
              <a:rect l="textAreaLeft" t="textAreaTop" r="textAreaRight" b="textAreaBottom"/>
              <a:pathLst>
                <a:path w="309196" h="114441">
                  <a:moveTo>
                    <a:pt x="0" y="0"/>
                  </a:moveTo>
                  <a:lnTo>
                    <a:pt x="309196" y="0"/>
                  </a:lnTo>
                  <a:lnTo>
                    <a:pt x="309196" y="114441"/>
                  </a:lnTo>
                  <a:lnTo>
                    <a:pt x="0" y="114441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3" name="TextBox 93"/>
            <p:cNvSpPr/>
            <p:nvPr/>
          </p:nvSpPr>
          <p:spPr>
            <a:xfrm>
              <a:off x="4483080" y="5600520"/>
              <a:ext cx="1173600" cy="57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94" name="Group 94"/>
          <p:cNvGrpSpPr/>
          <p:nvPr/>
        </p:nvGrpSpPr>
        <p:grpSpPr>
          <a:xfrm>
            <a:off x="7377120" y="5027400"/>
            <a:ext cx="1173600" cy="578880"/>
            <a:chOff x="7377120" y="5027400"/>
            <a:chExt cx="1173600" cy="578880"/>
          </a:xfrm>
        </p:grpSpPr>
        <p:sp>
          <p:nvSpPr>
            <p:cNvPr id="1495" name="Freeform 95"/>
            <p:cNvSpPr/>
            <p:nvPr/>
          </p:nvSpPr>
          <p:spPr>
            <a:xfrm>
              <a:off x="7377120" y="5172120"/>
              <a:ext cx="1173600" cy="434160"/>
            </a:xfrm>
            <a:custGeom>
              <a:avLst/>
              <a:gdLst>
                <a:gd name="textAreaLeft" fmla="*/ 0 w 1173600"/>
                <a:gd name="textAreaRight" fmla="*/ 1173960 w 1173600"/>
                <a:gd name="textAreaTop" fmla="*/ 0 h 434160"/>
                <a:gd name="textAreaBottom" fmla="*/ 434520 h 434160"/>
              </a:gdLst>
              <a:ahLst/>
              <a:rect l="textAreaLeft" t="textAreaTop" r="textAreaRight" b="textAreaBottom"/>
              <a:pathLst>
                <a:path w="309196" h="114441">
                  <a:moveTo>
                    <a:pt x="0" y="0"/>
                  </a:moveTo>
                  <a:lnTo>
                    <a:pt x="309196" y="0"/>
                  </a:lnTo>
                  <a:lnTo>
                    <a:pt x="309196" y="114441"/>
                  </a:lnTo>
                  <a:lnTo>
                    <a:pt x="0" y="114441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6" name="TextBox 96"/>
            <p:cNvSpPr/>
            <p:nvPr/>
          </p:nvSpPr>
          <p:spPr>
            <a:xfrm>
              <a:off x="7377120" y="5027400"/>
              <a:ext cx="1173600" cy="57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497" name="Group 97"/>
          <p:cNvGrpSpPr/>
          <p:nvPr/>
        </p:nvGrpSpPr>
        <p:grpSpPr>
          <a:xfrm>
            <a:off x="7608240" y="6154200"/>
            <a:ext cx="1173600" cy="578880"/>
            <a:chOff x="7608240" y="6154200"/>
            <a:chExt cx="1173600" cy="578880"/>
          </a:xfrm>
        </p:grpSpPr>
        <p:sp>
          <p:nvSpPr>
            <p:cNvPr id="1498" name="Freeform 98"/>
            <p:cNvSpPr/>
            <p:nvPr/>
          </p:nvSpPr>
          <p:spPr>
            <a:xfrm>
              <a:off x="7608240" y="6298920"/>
              <a:ext cx="1173600" cy="434160"/>
            </a:xfrm>
            <a:custGeom>
              <a:avLst/>
              <a:gdLst>
                <a:gd name="textAreaLeft" fmla="*/ 0 w 1173600"/>
                <a:gd name="textAreaRight" fmla="*/ 1173960 w 1173600"/>
                <a:gd name="textAreaTop" fmla="*/ 0 h 434160"/>
                <a:gd name="textAreaBottom" fmla="*/ 434520 h 434160"/>
              </a:gdLst>
              <a:ahLst/>
              <a:rect l="textAreaLeft" t="textAreaTop" r="textAreaRight" b="textAreaBottom"/>
              <a:pathLst>
                <a:path w="309196" h="114441">
                  <a:moveTo>
                    <a:pt x="0" y="0"/>
                  </a:moveTo>
                  <a:lnTo>
                    <a:pt x="309196" y="0"/>
                  </a:lnTo>
                  <a:lnTo>
                    <a:pt x="309196" y="114441"/>
                  </a:lnTo>
                  <a:lnTo>
                    <a:pt x="0" y="114441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9" name="TextBox 99"/>
            <p:cNvSpPr/>
            <p:nvPr/>
          </p:nvSpPr>
          <p:spPr>
            <a:xfrm>
              <a:off x="7608240" y="6154200"/>
              <a:ext cx="1173600" cy="57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00" name="Group 100"/>
          <p:cNvGrpSpPr/>
          <p:nvPr/>
        </p:nvGrpSpPr>
        <p:grpSpPr>
          <a:xfrm>
            <a:off x="2664000" y="5600520"/>
            <a:ext cx="920160" cy="578880"/>
            <a:chOff x="2664000" y="5600520"/>
            <a:chExt cx="920160" cy="578880"/>
          </a:xfrm>
        </p:grpSpPr>
        <p:sp>
          <p:nvSpPr>
            <p:cNvPr id="1501" name="Freeform 101"/>
            <p:cNvSpPr/>
            <p:nvPr/>
          </p:nvSpPr>
          <p:spPr>
            <a:xfrm>
              <a:off x="2664000" y="5745240"/>
              <a:ext cx="920160" cy="434160"/>
            </a:xfrm>
            <a:custGeom>
              <a:avLst/>
              <a:gdLst>
                <a:gd name="textAreaLeft" fmla="*/ 0 w 920160"/>
                <a:gd name="textAreaRight" fmla="*/ 920520 w 920160"/>
                <a:gd name="textAreaTop" fmla="*/ 0 h 434160"/>
                <a:gd name="textAreaBottom" fmla="*/ 434520 h 434160"/>
              </a:gdLst>
              <a:ahLst/>
              <a:rect l="textAreaLeft" t="textAreaTop" r="textAreaRight" b="textAreaBottom"/>
              <a:pathLst>
                <a:path w="242476" h="114441">
                  <a:moveTo>
                    <a:pt x="0" y="0"/>
                  </a:moveTo>
                  <a:lnTo>
                    <a:pt x="242476" y="0"/>
                  </a:lnTo>
                  <a:lnTo>
                    <a:pt x="242476" y="114441"/>
                  </a:lnTo>
                  <a:lnTo>
                    <a:pt x="0" y="114441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2" name="TextBox 102"/>
            <p:cNvSpPr/>
            <p:nvPr/>
          </p:nvSpPr>
          <p:spPr>
            <a:xfrm>
              <a:off x="2664000" y="5600520"/>
              <a:ext cx="920160" cy="57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03" name="Group 103"/>
          <p:cNvGrpSpPr/>
          <p:nvPr/>
        </p:nvGrpSpPr>
        <p:grpSpPr>
          <a:xfrm>
            <a:off x="2664000" y="6154200"/>
            <a:ext cx="920160" cy="578880"/>
            <a:chOff x="2664000" y="6154200"/>
            <a:chExt cx="920160" cy="578880"/>
          </a:xfrm>
        </p:grpSpPr>
        <p:sp>
          <p:nvSpPr>
            <p:cNvPr id="1504" name="Freeform 104"/>
            <p:cNvSpPr/>
            <p:nvPr/>
          </p:nvSpPr>
          <p:spPr>
            <a:xfrm>
              <a:off x="2664000" y="6298920"/>
              <a:ext cx="920160" cy="434160"/>
            </a:xfrm>
            <a:custGeom>
              <a:avLst/>
              <a:gdLst>
                <a:gd name="textAreaLeft" fmla="*/ 0 w 920160"/>
                <a:gd name="textAreaRight" fmla="*/ 920520 w 920160"/>
                <a:gd name="textAreaTop" fmla="*/ 0 h 434160"/>
                <a:gd name="textAreaBottom" fmla="*/ 434520 h 434160"/>
              </a:gdLst>
              <a:ahLst/>
              <a:rect l="textAreaLeft" t="textAreaTop" r="textAreaRight" b="textAreaBottom"/>
              <a:pathLst>
                <a:path w="242476" h="114441">
                  <a:moveTo>
                    <a:pt x="0" y="0"/>
                  </a:moveTo>
                  <a:lnTo>
                    <a:pt x="242476" y="0"/>
                  </a:lnTo>
                  <a:lnTo>
                    <a:pt x="242476" y="114441"/>
                  </a:lnTo>
                  <a:lnTo>
                    <a:pt x="0" y="114441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5" name="TextBox 105"/>
            <p:cNvSpPr/>
            <p:nvPr/>
          </p:nvSpPr>
          <p:spPr>
            <a:xfrm>
              <a:off x="2664000" y="6154200"/>
              <a:ext cx="920160" cy="57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06" name="Group 106"/>
          <p:cNvGrpSpPr/>
          <p:nvPr/>
        </p:nvGrpSpPr>
        <p:grpSpPr>
          <a:xfrm>
            <a:off x="2232000" y="6734160"/>
            <a:ext cx="1173600" cy="578880"/>
            <a:chOff x="2232000" y="6734160"/>
            <a:chExt cx="1173600" cy="578880"/>
          </a:xfrm>
        </p:grpSpPr>
        <p:sp>
          <p:nvSpPr>
            <p:cNvPr id="1507" name="Freeform 107"/>
            <p:cNvSpPr/>
            <p:nvPr/>
          </p:nvSpPr>
          <p:spPr>
            <a:xfrm>
              <a:off x="2232000" y="6878880"/>
              <a:ext cx="1173600" cy="434160"/>
            </a:xfrm>
            <a:custGeom>
              <a:avLst/>
              <a:gdLst>
                <a:gd name="textAreaLeft" fmla="*/ 0 w 1173600"/>
                <a:gd name="textAreaRight" fmla="*/ 1173960 w 1173600"/>
                <a:gd name="textAreaTop" fmla="*/ 0 h 434160"/>
                <a:gd name="textAreaBottom" fmla="*/ 434520 h 434160"/>
              </a:gdLst>
              <a:ahLst/>
              <a:rect l="textAreaLeft" t="textAreaTop" r="textAreaRight" b="textAreaBottom"/>
              <a:pathLst>
                <a:path w="309196" h="114441">
                  <a:moveTo>
                    <a:pt x="0" y="0"/>
                  </a:moveTo>
                  <a:lnTo>
                    <a:pt x="309196" y="0"/>
                  </a:lnTo>
                  <a:lnTo>
                    <a:pt x="309196" y="114441"/>
                  </a:lnTo>
                  <a:lnTo>
                    <a:pt x="0" y="114441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8" name="TextBox 108"/>
            <p:cNvSpPr/>
            <p:nvPr/>
          </p:nvSpPr>
          <p:spPr>
            <a:xfrm>
              <a:off x="2232000" y="6734160"/>
              <a:ext cx="1173600" cy="57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509" name="TextBox 109"/>
          <p:cNvSpPr/>
          <p:nvPr/>
        </p:nvSpPr>
        <p:spPr>
          <a:xfrm>
            <a:off x="2232000" y="3899160"/>
            <a:ext cx="7589880" cy="34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&lt;dl&gt;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&lt;dt&gt;Coffee&lt;/dt&gt;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&lt;dd&gt;- black hot drink&lt;/dd&gt;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&lt;dt&gt;Milk&lt;/dt&gt;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&lt;dd&gt;- white cold drink&lt;/dd&gt;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&lt;/dl&gt;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0" name="Group 2"/>
          <p:cNvGrpSpPr/>
          <p:nvPr/>
        </p:nvGrpSpPr>
        <p:grpSpPr>
          <a:xfrm>
            <a:off x="3862440" y="1584720"/>
            <a:ext cx="2043000" cy="999720"/>
            <a:chOff x="3862440" y="1584720"/>
            <a:chExt cx="2043000" cy="999720"/>
          </a:xfrm>
        </p:grpSpPr>
        <p:sp>
          <p:nvSpPr>
            <p:cNvPr id="1511" name="Freeform 3"/>
            <p:cNvSpPr/>
            <p:nvPr/>
          </p:nvSpPr>
          <p:spPr>
            <a:xfrm>
              <a:off x="3862440" y="1729440"/>
              <a:ext cx="2043000" cy="855000"/>
            </a:xfrm>
            <a:custGeom>
              <a:avLst/>
              <a:gdLst>
                <a:gd name="textAreaLeft" fmla="*/ 0 w 2043000"/>
                <a:gd name="textAreaRight" fmla="*/ 2043360 w 204300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538157" h="225313">
                  <a:moveTo>
                    <a:pt x="0" y="0"/>
                  </a:moveTo>
                  <a:lnTo>
                    <a:pt x="538157" y="0"/>
                  </a:lnTo>
                  <a:lnTo>
                    <a:pt x="538157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12" name="TextBox 4"/>
            <p:cNvSpPr/>
            <p:nvPr/>
          </p:nvSpPr>
          <p:spPr>
            <a:xfrm>
              <a:off x="3862440" y="1584720"/>
              <a:ext cx="204300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13" name="Group 5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1514" name="Freeform 6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5" name="TextBox 7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516" name="Freeform 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17" name="Group 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1518" name="Freeform 1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19" name="TextBox 1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520" name="Freeform 1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21" name="Group 1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1522" name="Freeform 1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23" name="TextBox 1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524" name="Freeform 1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5" name="Freeform 1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6" name="Freeform 1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7" name="Freeform 1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8" name="Freeform 2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29" name="Group 2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1530" name="Freeform 2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1" name="TextBox 2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532" name="Freeform 2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3" name="Freeform 2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34" name="Group 2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1535" name="Freeform 2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6" name="TextBox 2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537" name="AutoShape 29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38" name="Group 30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1539" name="Freeform 31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0" name="TextBox 32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41" name="Group 33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1542" name="Freeform 34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3" name="TextBox 35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44" name="Group 36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1545" name="Freeform 37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6" name="TextBox 38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47" name="Group 39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1548" name="Freeform 40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9" name="TextBox 41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50" name="Group 42"/>
          <p:cNvGrpSpPr/>
          <p:nvPr/>
        </p:nvGrpSpPr>
        <p:grpSpPr>
          <a:xfrm>
            <a:off x="3740760" y="681840"/>
            <a:ext cx="1366920" cy="594720"/>
            <a:chOff x="3740760" y="681840"/>
            <a:chExt cx="1366920" cy="594720"/>
          </a:xfrm>
        </p:grpSpPr>
        <p:sp>
          <p:nvSpPr>
            <p:cNvPr id="1551" name="Freeform 43"/>
            <p:cNvSpPr/>
            <p:nvPr/>
          </p:nvSpPr>
          <p:spPr>
            <a:xfrm>
              <a:off x="3740760" y="826560"/>
              <a:ext cx="1366920" cy="450000"/>
            </a:xfrm>
            <a:custGeom>
              <a:avLst/>
              <a:gdLst>
                <a:gd name="textAreaLeft" fmla="*/ 0 w 1366920"/>
                <a:gd name="textAreaRight" fmla="*/ 1367280 w 1366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2" name="TextBox 44"/>
            <p:cNvSpPr/>
            <p:nvPr/>
          </p:nvSpPr>
          <p:spPr>
            <a:xfrm>
              <a:off x="3740760" y="681840"/>
              <a:ext cx="1366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53" name="Group 45"/>
          <p:cNvGrpSpPr/>
          <p:nvPr/>
        </p:nvGrpSpPr>
        <p:grpSpPr>
          <a:xfrm>
            <a:off x="5108040" y="684720"/>
            <a:ext cx="1385640" cy="594720"/>
            <a:chOff x="5108040" y="684720"/>
            <a:chExt cx="1385640" cy="594720"/>
          </a:xfrm>
        </p:grpSpPr>
        <p:sp>
          <p:nvSpPr>
            <p:cNvPr id="1554" name="Freeform 46"/>
            <p:cNvSpPr/>
            <p:nvPr/>
          </p:nvSpPr>
          <p:spPr>
            <a:xfrm>
              <a:off x="5108040" y="829080"/>
              <a:ext cx="1385640" cy="450000"/>
            </a:xfrm>
            <a:custGeom>
              <a:avLst/>
              <a:gdLst>
                <a:gd name="textAreaLeft" fmla="*/ 0 w 1385640"/>
                <a:gd name="textAreaRight" fmla="*/ 1386000 w 1385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5" name="TextBox 47"/>
            <p:cNvSpPr/>
            <p:nvPr/>
          </p:nvSpPr>
          <p:spPr>
            <a:xfrm>
              <a:off x="5108040" y="684720"/>
              <a:ext cx="1385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56" name="Group 48"/>
          <p:cNvGrpSpPr/>
          <p:nvPr/>
        </p:nvGrpSpPr>
        <p:grpSpPr>
          <a:xfrm>
            <a:off x="6494040" y="684720"/>
            <a:ext cx="1029600" cy="594720"/>
            <a:chOff x="6494040" y="684720"/>
            <a:chExt cx="1029600" cy="594720"/>
          </a:xfrm>
        </p:grpSpPr>
        <p:sp>
          <p:nvSpPr>
            <p:cNvPr id="1557" name="Freeform 49"/>
            <p:cNvSpPr/>
            <p:nvPr/>
          </p:nvSpPr>
          <p:spPr>
            <a:xfrm>
              <a:off x="6494040" y="829080"/>
              <a:ext cx="1029600" cy="450000"/>
            </a:xfrm>
            <a:custGeom>
              <a:avLst/>
              <a:gdLst>
                <a:gd name="textAreaLeft" fmla="*/ 0 w 1029600"/>
                <a:gd name="textAreaRight" fmla="*/ 1029960 w 10296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8" name="TextBox 50"/>
            <p:cNvSpPr/>
            <p:nvPr/>
          </p:nvSpPr>
          <p:spPr>
            <a:xfrm>
              <a:off x="6494040" y="684720"/>
              <a:ext cx="10296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59" name="Group 51"/>
          <p:cNvGrpSpPr/>
          <p:nvPr/>
        </p:nvGrpSpPr>
        <p:grpSpPr>
          <a:xfrm>
            <a:off x="7524000" y="684720"/>
            <a:ext cx="1102320" cy="594720"/>
            <a:chOff x="7524000" y="684720"/>
            <a:chExt cx="1102320" cy="594720"/>
          </a:xfrm>
        </p:grpSpPr>
        <p:sp>
          <p:nvSpPr>
            <p:cNvPr id="1560" name="Freeform 52"/>
            <p:cNvSpPr/>
            <p:nvPr/>
          </p:nvSpPr>
          <p:spPr>
            <a:xfrm>
              <a:off x="7524000" y="829080"/>
              <a:ext cx="1102320" cy="450000"/>
            </a:xfrm>
            <a:custGeom>
              <a:avLst/>
              <a:gdLst>
                <a:gd name="textAreaLeft" fmla="*/ 0 w 1102320"/>
                <a:gd name="textAreaRight" fmla="*/ 1102680 w 11023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1" name="TextBox 53"/>
            <p:cNvSpPr/>
            <p:nvPr/>
          </p:nvSpPr>
          <p:spPr>
            <a:xfrm>
              <a:off x="7524000" y="684720"/>
              <a:ext cx="11023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562" name="TextBox 54"/>
          <p:cNvSpPr/>
          <p:nvPr/>
        </p:nvSpPr>
        <p:spPr>
          <a:xfrm>
            <a:off x="1917360" y="1748520"/>
            <a:ext cx="398772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TABLE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3" name="TextBox 55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4" name="TextBox 56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5" name="TextBox 57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6" name="TextBox 58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7" name="TextBox 59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8" name="TextBox 60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9" name="TextBox 61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0" name="TextBox 62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1" name="TextBox 63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2" name="TextBox 64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3" name="TextBox 65"/>
          <p:cNvSpPr/>
          <p:nvPr/>
        </p:nvSpPr>
        <p:spPr>
          <a:xfrm>
            <a:off x="3903480" y="8348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H_Rules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4" name="TextBox 66"/>
          <p:cNvSpPr/>
          <p:nvPr/>
        </p:nvSpPr>
        <p:spPr>
          <a:xfrm>
            <a:off x="5257800" y="835560"/>
            <a:ext cx="10857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L_Breaks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5" name="TextBox 67"/>
          <p:cNvSpPr/>
          <p:nvPr/>
        </p:nvSpPr>
        <p:spPr>
          <a:xfrm>
            <a:off x="6617520" y="834840"/>
            <a:ext cx="749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Links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6" name="TextBox 68"/>
          <p:cNvSpPr/>
          <p:nvPr/>
        </p:nvSpPr>
        <p:spPr>
          <a:xfrm>
            <a:off x="7608240" y="835560"/>
            <a:ext cx="934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Images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77" name="Group 69"/>
          <p:cNvGrpSpPr/>
          <p:nvPr/>
        </p:nvGrpSpPr>
        <p:grpSpPr>
          <a:xfrm>
            <a:off x="8626680" y="684720"/>
            <a:ext cx="1195920" cy="594720"/>
            <a:chOff x="8626680" y="684720"/>
            <a:chExt cx="1195920" cy="594720"/>
          </a:xfrm>
        </p:grpSpPr>
        <p:sp>
          <p:nvSpPr>
            <p:cNvPr id="1578" name="Freeform 70"/>
            <p:cNvSpPr/>
            <p:nvPr/>
          </p:nvSpPr>
          <p:spPr>
            <a:xfrm>
              <a:off x="8626680" y="829080"/>
              <a:ext cx="1195920" cy="450000"/>
            </a:xfrm>
            <a:custGeom>
              <a:avLst/>
              <a:gdLst>
                <a:gd name="textAreaLeft" fmla="*/ 0 w 1195920"/>
                <a:gd name="textAreaRight" fmla="*/ 1196280 w 1195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9" name="TextBox 71"/>
            <p:cNvSpPr/>
            <p:nvPr/>
          </p:nvSpPr>
          <p:spPr>
            <a:xfrm>
              <a:off x="8626680" y="684720"/>
              <a:ext cx="1195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580" name="TextBox 72"/>
          <p:cNvSpPr/>
          <p:nvPr/>
        </p:nvSpPr>
        <p:spPr>
          <a:xfrm>
            <a:off x="8694360" y="8240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Favicon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81" name="Group 73"/>
          <p:cNvGrpSpPr/>
          <p:nvPr/>
        </p:nvGrpSpPr>
        <p:grpSpPr>
          <a:xfrm>
            <a:off x="8454600" y="3018600"/>
            <a:ext cx="2525040" cy="667800"/>
            <a:chOff x="8454600" y="3018600"/>
            <a:chExt cx="2525040" cy="667800"/>
          </a:xfrm>
        </p:grpSpPr>
        <p:sp>
          <p:nvSpPr>
            <p:cNvPr id="1582" name="Freeform 74"/>
            <p:cNvSpPr/>
            <p:nvPr/>
          </p:nvSpPr>
          <p:spPr>
            <a:xfrm>
              <a:off x="8454600" y="3163320"/>
              <a:ext cx="2525040" cy="523080"/>
            </a:xfrm>
            <a:custGeom>
              <a:avLst/>
              <a:gdLst>
                <a:gd name="textAreaLeft" fmla="*/ 0 w 2525040"/>
                <a:gd name="textAreaRight" fmla="*/ 2525400 w 252504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665151" h="137899">
                  <a:moveTo>
                    <a:pt x="0" y="0"/>
                  </a:moveTo>
                  <a:lnTo>
                    <a:pt x="665151" y="0"/>
                  </a:lnTo>
                  <a:lnTo>
                    <a:pt x="665151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3" name="TextBox 75"/>
            <p:cNvSpPr/>
            <p:nvPr/>
          </p:nvSpPr>
          <p:spPr>
            <a:xfrm>
              <a:off x="8454600" y="3018600"/>
              <a:ext cx="252504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84" name="Group 76"/>
          <p:cNvGrpSpPr/>
          <p:nvPr/>
        </p:nvGrpSpPr>
        <p:grpSpPr>
          <a:xfrm>
            <a:off x="12656520" y="3018600"/>
            <a:ext cx="1060920" cy="667800"/>
            <a:chOff x="12656520" y="3018600"/>
            <a:chExt cx="1060920" cy="667800"/>
          </a:xfrm>
        </p:grpSpPr>
        <p:sp>
          <p:nvSpPr>
            <p:cNvPr id="1585" name="Freeform 77"/>
            <p:cNvSpPr/>
            <p:nvPr/>
          </p:nvSpPr>
          <p:spPr>
            <a:xfrm>
              <a:off x="12656520" y="3163320"/>
              <a:ext cx="1060920" cy="523080"/>
            </a:xfrm>
            <a:custGeom>
              <a:avLst/>
              <a:gdLst>
                <a:gd name="textAreaLeft" fmla="*/ 0 w 1060920"/>
                <a:gd name="textAreaRight" fmla="*/ 1061280 w 106092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79495" h="137899">
                  <a:moveTo>
                    <a:pt x="0" y="0"/>
                  </a:moveTo>
                  <a:lnTo>
                    <a:pt x="279495" y="0"/>
                  </a:lnTo>
                  <a:lnTo>
                    <a:pt x="279495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6" name="TextBox 78"/>
            <p:cNvSpPr/>
            <p:nvPr/>
          </p:nvSpPr>
          <p:spPr>
            <a:xfrm>
              <a:off x="12656520" y="3018600"/>
              <a:ext cx="106092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87" name="Group 79"/>
          <p:cNvGrpSpPr/>
          <p:nvPr/>
        </p:nvGrpSpPr>
        <p:grpSpPr>
          <a:xfrm>
            <a:off x="14622480" y="3040200"/>
            <a:ext cx="1638720" cy="667800"/>
            <a:chOff x="14622480" y="3040200"/>
            <a:chExt cx="1638720" cy="667800"/>
          </a:xfrm>
        </p:grpSpPr>
        <p:sp>
          <p:nvSpPr>
            <p:cNvPr id="1588" name="Freeform 80"/>
            <p:cNvSpPr/>
            <p:nvPr/>
          </p:nvSpPr>
          <p:spPr>
            <a:xfrm>
              <a:off x="14622480" y="3184920"/>
              <a:ext cx="1638720" cy="523080"/>
            </a:xfrm>
            <a:custGeom>
              <a:avLst/>
              <a:gdLst>
                <a:gd name="textAreaLeft" fmla="*/ 0 w 1638720"/>
                <a:gd name="textAreaRight" fmla="*/ 1639080 w 163872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431728" h="137899">
                  <a:moveTo>
                    <a:pt x="0" y="0"/>
                  </a:moveTo>
                  <a:lnTo>
                    <a:pt x="431728" y="0"/>
                  </a:lnTo>
                  <a:lnTo>
                    <a:pt x="431728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9" name="TextBox 81"/>
            <p:cNvSpPr/>
            <p:nvPr/>
          </p:nvSpPr>
          <p:spPr>
            <a:xfrm>
              <a:off x="14622480" y="3040200"/>
              <a:ext cx="163872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590" name="TextBox 82"/>
          <p:cNvSpPr/>
          <p:nvPr/>
        </p:nvSpPr>
        <p:spPr>
          <a:xfrm>
            <a:off x="2233080" y="3061080"/>
            <a:ext cx="14889960" cy="11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A table in HTML consists of table cells inside rows and columns.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91" name="Group 83"/>
          <p:cNvGrpSpPr/>
          <p:nvPr/>
        </p:nvGrpSpPr>
        <p:grpSpPr>
          <a:xfrm>
            <a:off x="1740600" y="4120200"/>
            <a:ext cx="277920" cy="277920"/>
            <a:chOff x="1740600" y="4120200"/>
            <a:chExt cx="277920" cy="277920"/>
          </a:xfrm>
        </p:grpSpPr>
        <p:sp>
          <p:nvSpPr>
            <p:cNvPr id="1592" name="Freeform 84"/>
            <p:cNvSpPr/>
            <p:nvPr/>
          </p:nvSpPr>
          <p:spPr>
            <a:xfrm>
              <a:off x="1740600" y="412020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3" name="TextBox 85"/>
            <p:cNvSpPr/>
            <p:nvPr/>
          </p:nvSpPr>
          <p:spPr>
            <a:xfrm>
              <a:off x="1766520" y="413316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594" name="Group 86"/>
          <p:cNvGrpSpPr/>
          <p:nvPr/>
        </p:nvGrpSpPr>
        <p:grpSpPr>
          <a:xfrm>
            <a:off x="9821880" y="684720"/>
            <a:ext cx="890640" cy="594720"/>
            <a:chOff x="9821880" y="684720"/>
            <a:chExt cx="890640" cy="594720"/>
          </a:xfrm>
        </p:grpSpPr>
        <p:sp>
          <p:nvSpPr>
            <p:cNvPr id="1595" name="Freeform 87"/>
            <p:cNvSpPr/>
            <p:nvPr/>
          </p:nvSpPr>
          <p:spPr>
            <a:xfrm>
              <a:off x="9821880" y="829080"/>
              <a:ext cx="890640" cy="450000"/>
            </a:xfrm>
            <a:custGeom>
              <a:avLst/>
              <a:gdLst>
                <a:gd name="textAreaLeft" fmla="*/ 0 w 890640"/>
                <a:gd name="textAreaRight" fmla="*/ 891000 w 890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34647" h="118584">
                  <a:moveTo>
                    <a:pt x="0" y="0"/>
                  </a:moveTo>
                  <a:lnTo>
                    <a:pt x="234647" y="0"/>
                  </a:lnTo>
                  <a:lnTo>
                    <a:pt x="23464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6" name="TextBox 88"/>
            <p:cNvSpPr/>
            <p:nvPr/>
          </p:nvSpPr>
          <p:spPr>
            <a:xfrm>
              <a:off x="9821880" y="684720"/>
              <a:ext cx="890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597" name="TextBox 89"/>
          <p:cNvSpPr/>
          <p:nvPr/>
        </p:nvSpPr>
        <p:spPr>
          <a:xfrm>
            <a:off x="9822960" y="834840"/>
            <a:ext cx="889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Lists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8" name="TextBox 90"/>
          <p:cNvSpPr/>
          <p:nvPr/>
        </p:nvSpPr>
        <p:spPr>
          <a:xfrm>
            <a:off x="2186280" y="3865680"/>
            <a:ext cx="2921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17"/>
              </a:lnSpc>
            </a:pPr>
            <a:r>
              <a:rPr b="0" lang="en-US" sz="3080" spc="-1" strike="noStrike">
                <a:solidFill>
                  <a:srgbClr val="c1ff72"/>
                </a:solidFill>
                <a:latin typeface="Consolas"/>
                <a:ea typeface="Consolas"/>
              </a:rPr>
              <a:t>Example code:</a:t>
            </a:r>
            <a:endParaRPr b="0" lang="en-PH" sz="3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9" name="TextBox 91"/>
          <p:cNvSpPr/>
          <p:nvPr/>
        </p:nvSpPr>
        <p:spPr>
          <a:xfrm>
            <a:off x="2233080" y="4558680"/>
            <a:ext cx="5814360" cy="519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07"/>
              </a:lnSpc>
            </a:pP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&lt;table&gt;</a:t>
            </a:r>
            <a:endParaRPr b="0" lang="en-PH" sz="24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407"/>
              </a:lnSpc>
            </a:pP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&lt;tr&gt;</a:t>
            </a:r>
            <a:endParaRPr b="0" lang="en-PH" sz="24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407"/>
              </a:lnSpc>
            </a:pP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&lt;th&gt;Company&lt;/th&gt;</a:t>
            </a:r>
            <a:endParaRPr b="0" lang="en-PH" sz="24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407"/>
              </a:lnSpc>
            </a:pP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&lt;th&gt;Contact&lt;/th&gt;</a:t>
            </a:r>
            <a:endParaRPr b="0" lang="en-PH" sz="24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407"/>
              </a:lnSpc>
            </a:pP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&lt;th&gt;Country&lt;/th&gt;</a:t>
            </a:r>
            <a:endParaRPr b="0" lang="en-PH" sz="24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407"/>
              </a:lnSpc>
            </a:pP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&lt;/tr&gt;</a:t>
            </a:r>
            <a:endParaRPr b="0" lang="en-PH" sz="24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407"/>
              </a:lnSpc>
            </a:pP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&lt;tr&gt;</a:t>
            </a:r>
            <a:endParaRPr b="0" lang="en-PH" sz="24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407"/>
              </a:lnSpc>
            </a:pP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&lt;td&gt;Alfreds Futter&lt;/td&gt;</a:t>
            </a:r>
            <a:endParaRPr b="0" lang="en-PH" sz="24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407"/>
              </a:lnSpc>
            </a:pP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&lt;td&gt;Maria Anders&lt;/td&gt;</a:t>
            </a:r>
            <a:endParaRPr b="0" lang="en-PH" sz="24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407"/>
              </a:lnSpc>
            </a:pP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&lt;td&gt;Germany&lt;/td&gt;</a:t>
            </a:r>
            <a:endParaRPr b="0" lang="en-PH" sz="24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407"/>
              </a:lnSpc>
            </a:pP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&lt;/tr&gt;</a:t>
            </a:r>
            <a:endParaRPr b="0" lang="en-PH" sz="243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407"/>
              </a:lnSpc>
            </a:pPr>
            <a:r>
              <a:rPr b="0" lang="en-US" sz="2430" spc="-1" strike="noStrike">
                <a:solidFill>
                  <a:srgbClr val="ffffff"/>
                </a:solidFill>
                <a:latin typeface="Consolas"/>
                <a:ea typeface="Consolas"/>
              </a:rPr>
              <a:t>&lt;/table&gt;</a:t>
            </a:r>
            <a:endParaRPr b="0" lang="en-PH" sz="243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600" name="Group 92"/>
          <p:cNvGrpSpPr/>
          <p:nvPr/>
        </p:nvGrpSpPr>
        <p:grpSpPr>
          <a:xfrm>
            <a:off x="10712880" y="695520"/>
            <a:ext cx="1373760" cy="594720"/>
            <a:chOff x="10712880" y="695520"/>
            <a:chExt cx="1373760" cy="594720"/>
          </a:xfrm>
        </p:grpSpPr>
        <p:sp>
          <p:nvSpPr>
            <p:cNvPr id="1601" name="Freeform 93"/>
            <p:cNvSpPr/>
            <p:nvPr/>
          </p:nvSpPr>
          <p:spPr>
            <a:xfrm>
              <a:off x="10712880" y="840240"/>
              <a:ext cx="1373760" cy="450000"/>
            </a:xfrm>
            <a:custGeom>
              <a:avLst/>
              <a:gdLst>
                <a:gd name="textAreaLeft" fmla="*/ 0 w 1373760"/>
                <a:gd name="textAreaRight" fmla="*/ 1374120 w 137376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1904" h="118584">
                  <a:moveTo>
                    <a:pt x="0" y="0"/>
                  </a:moveTo>
                  <a:lnTo>
                    <a:pt x="361904" y="0"/>
                  </a:lnTo>
                  <a:lnTo>
                    <a:pt x="36190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2" name="TextBox 94"/>
            <p:cNvSpPr/>
            <p:nvPr/>
          </p:nvSpPr>
          <p:spPr>
            <a:xfrm>
              <a:off x="10712880" y="695520"/>
              <a:ext cx="137376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603" name="TextBox 95"/>
          <p:cNvSpPr/>
          <p:nvPr/>
        </p:nvSpPr>
        <p:spPr>
          <a:xfrm>
            <a:off x="10817640" y="834840"/>
            <a:ext cx="862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Table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4" name="Freeform 96"/>
          <p:cNvSpPr/>
          <p:nvPr/>
        </p:nvSpPr>
        <p:spPr>
          <a:xfrm>
            <a:off x="11746800" y="1002960"/>
            <a:ext cx="128160" cy="123840"/>
          </a:xfrm>
          <a:custGeom>
            <a:avLst/>
            <a:gdLst>
              <a:gd name="textAreaLeft" fmla="*/ 0 w 128160"/>
              <a:gd name="textAreaRight" fmla="*/ 128520 w 128160"/>
              <a:gd name="textAreaTop" fmla="*/ 0 h 123840"/>
              <a:gd name="textAreaBottom" fmla="*/ 124200 h 123840"/>
            </a:gdLst>
            <a:ahLst/>
            <a:rect l="textAreaLeft" t="textAreaTop" r="textAreaRight" b="textAreaBottom"/>
            <a:pathLst>
              <a:path w="128586" h="124378">
                <a:moveTo>
                  <a:pt x="0" y="0"/>
                </a:moveTo>
                <a:lnTo>
                  <a:pt x="128586" y="0"/>
                </a:lnTo>
                <a:lnTo>
                  <a:pt x="128586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5" name="Group 2"/>
          <p:cNvGrpSpPr/>
          <p:nvPr/>
        </p:nvGrpSpPr>
        <p:grpSpPr>
          <a:xfrm>
            <a:off x="3862440" y="1584720"/>
            <a:ext cx="2043000" cy="999720"/>
            <a:chOff x="3862440" y="1584720"/>
            <a:chExt cx="2043000" cy="999720"/>
          </a:xfrm>
        </p:grpSpPr>
        <p:sp>
          <p:nvSpPr>
            <p:cNvPr id="1606" name="Freeform 3"/>
            <p:cNvSpPr/>
            <p:nvPr/>
          </p:nvSpPr>
          <p:spPr>
            <a:xfrm>
              <a:off x="3862440" y="1729440"/>
              <a:ext cx="2043000" cy="855000"/>
            </a:xfrm>
            <a:custGeom>
              <a:avLst/>
              <a:gdLst>
                <a:gd name="textAreaLeft" fmla="*/ 0 w 2043000"/>
                <a:gd name="textAreaRight" fmla="*/ 2043360 w 204300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538157" h="225313">
                  <a:moveTo>
                    <a:pt x="0" y="0"/>
                  </a:moveTo>
                  <a:lnTo>
                    <a:pt x="538157" y="0"/>
                  </a:lnTo>
                  <a:lnTo>
                    <a:pt x="538157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7" name="TextBox 4"/>
            <p:cNvSpPr/>
            <p:nvPr/>
          </p:nvSpPr>
          <p:spPr>
            <a:xfrm>
              <a:off x="3862440" y="1584720"/>
              <a:ext cx="204300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08" name="Group 5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1609" name="Freeform 6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0" name="TextBox 7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611" name="Freeform 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12" name="Group 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1613" name="Freeform 1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4" name="TextBox 1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615" name="Freeform 1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16" name="Group 1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1617" name="Freeform 1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8" name="TextBox 1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619" name="Freeform 1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0" name="Freeform 1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1" name="Freeform 1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2" name="Freeform 1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3" name="Freeform 2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24" name="Group 2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1625" name="Freeform 2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6" name="TextBox 2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627" name="Freeform 2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8" name="Freeform 2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29" name="Group 2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1630" name="Freeform 2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1" name="TextBox 2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632" name="AutoShape 29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633" name="Group 30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1634" name="Freeform 31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5" name="TextBox 32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36" name="Group 33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1637" name="Freeform 34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8" name="TextBox 35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39" name="Group 36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1640" name="Freeform 37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1" name="TextBox 38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42" name="Group 39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1643" name="Freeform 40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4" name="TextBox 41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45" name="Group 42"/>
          <p:cNvGrpSpPr/>
          <p:nvPr/>
        </p:nvGrpSpPr>
        <p:grpSpPr>
          <a:xfrm>
            <a:off x="3740760" y="681840"/>
            <a:ext cx="1366920" cy="594720"/>
            <a:chOff x="3740760" y="681840"/>
            <a:chExt cx="1366920" cy="594720"/>
          </a:xfrm>
        </p:grpSpPr>
        <p:sp>
          <p:nvSpPr>
            <p:cNvPr id="1646" name="Freeform 43"/>
            <p:cNvSpPr/>
            <p:nvPr/>
          </p:nvSpPr>
          <p:spPr>
            <a:xfrm>
              <a:off x="3740760" y="826560"/>
              <a:ext cx="1366920" cy="450000"/>
            </a:xfrm>
            <a:custGeom>
              <a:avLst/>
              <a:gdLst>
                <a:gd name="textAreaLeft" fmla="*/ 0 w 1366920"/>
                <a:gd name="textAreaRight" fmla="*/ 1367280 w 1366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7" name="TextBox 44"/>
            <p:cNvSpPr/>
            <p:nvPr/>
          </p:nvSpPr>
          <p:spPr>
            <a:xfrm>
              <a:off x="3740760" y="681840"/>
              <a:ext cx="1366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48" name="Group 45"/>
          <p:cNvGrpSpPr/>
          <p:nvPr/>
        </p:nvGrpSpPr>
        <p:grpSpPr>
          <a:xfrm>
            <a:off x="5108040" y="684720"/>
            <a:ext cx="1385640" cy="594720"/>
            <a:chOff x="5108040" y="684720"/>
            <a:chExt cx="1385640" cy="594720"/>
          </a:xfrm>
        </p:grpSpPr>
        <p:sp>
          <p:nvSpPr>
            <p:cNvPr id="1649" name="Freeform 46"/>
            <p:cNvSpPr/>
            <p:nvPr/>
          </p:nvSpPr>
          <p:spPr>
            <a:xfrm>
              <a:off x="5108040" y="829080"/>
              <a:ext cx="1385640" cy="450000"/>
            </a:xfrm>
            <a:custGeom>
              <a:avLst/>
              <a:gdLst>
                <a:gd name="textAreaLeft" fmla="*/ 0 w 1385640"/>
                <a:gd name="textAreaRight" fmla="*/ 1386000 w 1385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0" name="TextBox 47"/>
            <p:cNvSpPr/>
            <p:nvPr/>
          </p:nvSpPr>
          <p:spPr>
            <a:xfrm>
              <a:off x="5108040" y="684720"/>
              <a:ext cx="1385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51" name="Group 48"/>
          <p:cNvGrpSpPr/>
          <p:nvPr/>
        </p:nvGrpSpPr>
        <p:grpSpPr>
          <a:xfrm>
            <a:off x="6494040" y="684720"/>
            <a:ext cx="1029600" cy="594720"/>
            <a:chOff x="6494040" y="684720"/>
            <a:chExt cx="1029600" cy="594720"/>
          </a:xfrm>
        </p:grpSpPr>
        <p:sp>
          <p:nvSpPr>
            <p:cNvPr id="1652" name="Freeform 49"/>
            <p:cNvSpPr/>
            <p:nvPr/>
          </p:nvSpPr>
          <p:spPr>
            <a:xfrm>
              <a:off x="6494040" y="829080"/>
              <a:ext cx="1029600" cy="450000"/>
            </a:xfrm>
            <a:custGeom>
              <a:avLst/>
              <a:gdLst>
                <a:gd name="textAreaLeft" fmla="*/ 0 w 1029600"/>
                <a:gd name="textAreaRight" fmla="*/ 1029960 w 10296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3" name="TextBox 50"/>
            <p:cNvSpPr/>
            <p:nvPr/>
          </p:nvSpPr>
          <p:spPr>
            <a:xfrm>
              <a:off x="6494040" y="684720"/>
              <a:ext cx="10296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54" name="Group 51"/>
          <p:cNvGrpSpPr/>
          <p:nvPr/>
        </p:nvGrpSpPr>
        <p:grpSpPr>
          <a:xfrm>
            <a:off x="7524000" y="684720"/>
            <a:ext cx="1102320" cy="594720"/>
            <a:chOff x="7524000" y="684720"/>
            <a:chExt cx="1102320" cy="594720"/>
          </a:xfrm>
        </p:grpSpPr>
        <p:sp>
          <p:nvSpPr>
            <p:cNvPr id="1655" name="Freeform 52"/>
            <p:cNvSpPr/>
            <p:nvPr/>
          </p:nvSpPr>
          <p:spPr>
            <a:xfrm>
              <a:off x="7524000" y="829080"/>
              <a:ext cx="1102320" cy="450000"/>
            </a:xfrm>
            <a:custGeom>
              <a:avLst/>
              <a:gdLst>
                <a:gd name="textAreaLeft" fmla="*/ 0 w 1102320"/>
                <a:gd name="textAreaRight" fmla="*/ 1102680 w 11023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6" name="TextBox 53"/>
            <p:cNvSpPr/>
            <p:nvPr/>
          </p:nvSpPr>
          <p:spPr>
            <a:xfrm>
              <a:off x="7524000" y="684720"/>
              <a:ext cx="11023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657" name="TextBox 54"/>
          <p:cNvSpPr/>
          <p:nvPr/>
        </p:nvSpPr>
        <p:spPr>
          <a:xfrm>
            <a:off x="1917360" y="1748520"/>
            <a:ext cx="398772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CELLS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8" name="TextBox 55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9" name="TextBox 56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0" name="TextBox 57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1" name="TextBox 58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2" name="TextBox 59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3" name="TextBox 60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4" name="TextBox 61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5" name="TextBox 62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6" name="TextBox 63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7" name="TextBox 64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8" name="TextBox 65"/>
          <p:cNvSpPr/>
          <p:nvPr/>
        </p:nvSpPr>
        <p:spPr>
          <a:xfrm>
            <a:off x="3903480" y="8348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H_Rules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9" name="TextBox 66"/>
          <p:cNvSpPr/>
          <p:nvPr/>
        </p:nvSpPr>
        <p:spPr>
          <a:xfrm>
            <a:off x="5257800" y="835560"/>
            <a:ext cx="10857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L_Breaks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0" name="TextBox 67"/>
          <p:cNvSpPr/>
          <p:nvPr/>
        </p:nvSpPr>
        <p:spPr>
          <a:xfrm>
            <a:off x="6617520" y="834840"/>
            <a:ext cx="749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Links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1" name="TextBox 68"/>
          <p:cNvSpPr/>
          <p:nvPr/>
        </p:nvSpPr>
        <p:spPr>
          <a:xfrm>
            <a:off x="7608240" y="835560"/>
            <a:ext cx="934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Images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672" name="Group 69"/>
          <p:cNvGrpSpPr/>
          <p:nvPr/>
        </p:nvGrpSpPr>
        <p:grpSpPr>
          <a:xfrm>
            <a:off x="8626680" y="684720"/>
            <a:ext cx="1195920" cy="594720"/>
            <a:chOff x="8626680" y="684720"/>
            <a:chExt cx="1195920" cy="594720"/>
          </a:xfrm>
        </p:grpSpPr>
        <p:sp>
          <p:nvSpPr>
            <p:cNvPr id="1673" name="Freeform 70"/>
            <p:cNvSpPr/>
            <p:nvPr/>
          </p:nvSpPr>
          <p:spPr>
            <a:xfrm>
              <a:off x="8626680" y="829080"/>
              <a:ext cx="1195920" cy="450000"/>
            </a:xfrm>
            <a:custGeom>
              <a:avLst/>
              <a:gdLst>
                <a:gd name="textAreaLeft" fmla="*/ 0 w 1195920"/>
                <a:gd name="textAreaRight" fmla="*/ 1196280 w 1195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4" name="TextBox 71"/>
            <p:cNvSpPr/>
            <p:nvPr/>
          </p:nvSpPr>
          <p:spPr>
            <a:xfrm>
              <a:off x="8626680" y="684720"/>
              <a:ext cx="1195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675" name="TextBox 72"/>
          <p:cNvSpPr/>
          <p:nvPr/>
        </p:nvSpPr>
        <p:spPr>
          <a:xfrm>
            <a:off x="8694360" y="8240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Favicon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676" name="Group 73"/>
          <p:cNvGrpSpPr/>
          <p:nvPr/>
        </p:nvGrpSpPr>
        <p:grpSpPr>
          <a:xfrm>
            <a:off x="9398880" y="3018600"/>
            <a:ext cx="869040" cy="667800"/>
            <a:chOff x="9398880" y="3018600"/>
            <a:chExt cx="869040" cy="667800"/>
          </a:xfrm>
        </p:grpSpPr>
        <p:sp>
          <p:nvSpPr>
            <p:cNvPr id="1677" name="Freeform 74"/>
            <p:cNvSpPr/>
            <p:nvPr/>
          </p:nvSpPr>
          <p:spPr>
            <a:xfrm>
              <a:off x="9398880" y="3163320"/>
              <a:ext cx="869040" cy="523080"/>
            </a:xfrm>
            <a:custGeom>
              <a:avLst/>
              <a:gdLst>
                <a:gd name="textAreaLeft" fmla="*/ 0 w 869040"/>
                <a:gd name="textAreaRight" fmla="*/ 869400 w 86904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28939" h="137899">
                  <a:moveTo>
                    <a:pt x="0" y="0"/>
                  </a:moveTo>
                  <a:lnTo>
                    <a:pt x="228939" y="0"/>
                  </a:lnTo>
                  <a:lnTo>
                    <a:pt x="228939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8" name="TextBox 75"/>
            <p:cNvSpPr/>
            <p:nvPr/>
          </p:nvSpPr>
          <p:spPr>
            <a:xfrm>
              <a:off x="9398880" y="3018600"/>
              <a:ext cx="86904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79" name="Group 76"/>
          <p:cNvGrpSpPr/>
          <p:nvPr/>
        </p:nvGrpSpPr>
        <p:grpSpPr>
          <a:xfrm>
            <a:off x="11811240" y="3018600"/>
            <a:ext cx="1238760" cy="667800"/>
            <a:chOff x="11811240" y="3018600"/>
            <a:chExt cx="1238760" cy="667800"/>
          </a:xfrm>
        </p:grpSpPr>
        <p:sp>
          <p:nvSpPr>
            <p:cNvPr id="1680" name="Freeform 77"/>
            <p:cNvSpPr/>
            <p:nvPr/>
          </p:nvSpPr>
          <p:spPr>
            <a:xfrm>
              <a:off x="11811240" y="3163320"/>
              <a:ext cx="1238760" cy="523080"/>
            </a:xfrm>
            <a:custGeom>
              <a:avLst/>
              <a:gdLst>
                <a:gd name="textAreaLeft" fmla="*/ 0 w 1238760"/>
                <a:gd name="textAreaRight" fmla="*/ 1239120 w 123876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326352" h="137899">
                  <a:moveTo>
                    <a:pt x="0" y="0"/>
                  </a:moveTo>
                  <a:lnTo>
                    <a:pt x="326352" y="0"/>
                  </a:lnTo>
                  <a:lnTo>
                    <a:pt x="326352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1" name="TextBox 78"/>
            <p:cNvSpPr/>
            <p:nvPr/>
          </p:nvSpPr>
          <p:spPr>
            <a:xfrm>
              <a:off x="11811240" y="3018600"/>
              <a:ext cx="123876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82" name="Group 79"/>
          <p:cNvGrpSpPr/>
          <p:nvPr/>
        </p:nvGrpSpPr>
        <p:grpSpPr>
          <a:xfrm>
            <a:off x="5257800" y="4142520"/>
            <a:ext cx="2350080" cy="678960"/>
            <a:chOff x="5257800" y="4142520"/>
            <a:chExt cx="2350080" cy="678960"/>
          </a:xfrm>
        </p:grpSpPr>
        <p:sp>
          <p:nvSpPr>
            <p:cNvPr id="1683" name="Freeform 80"/>
            <p:cNvSpPr/>
            <p:nvPr/>
          </p:nvSpPr>
          <p:spPr>
            <a:xfrm>
              <a:off x="5257800" y="4287240"/>
              <a:ext cx="2350080" cy="534240"/>
            </a:xfrm>
            <a:custGeom>
              <a:avLst/>
              <a:gdLst>
                <a:gd name="textAreaLeft" fmla="*/ 0 w 2350080"/>
                <a:gd name="textAreaRight" fmla="*/ 2350440 w 235008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619065" h="140842">
                  <a:moveTo>
                    <a:pt x="0" y="0"/>
                  </a:moveTo>
                  <a:lnTo>
                    <a:pt x="619065" y="0"/>
                  </a:lnTo>
                  <a:lnTo>
                    <a:pt x="619065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4" name="TextBox 81"/>
            <p:cNvSpPr/>
            <p:nvPr/>
          </p:nvSpPr>
          <p:spPr>
            <a:xfrm>
              <a:off x="5257800" y="4142520"/>
              <a:ext cx="235008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85" name="Group 82"/>
          <p:cNvGrpSpPr/>
          <p:nvPr/>
        </p:nvGrpSpPr>
        <p:grpSpPr>
          <a:xfrm>
            <a:off x="2233080" y="4142520"/>
            <a:ext cx="494280" cy="678960"/>
            <a:chOff x="2233080" y="4142520"/>
            <a:chExt cx="494280" cy="678960"/>
          </a:xfrm>
        </p:grpSpPr>
        <p:sp>
          <p:nvSpPr>
            <p:cNvPr id="1686" name="Freeform 83"/>
            <p:cNvSpPr/>
            <p:nvPr/>
          </p:nvSpPr>
          <p:spPr>
            <a:xfrm>
              <a:off x="2233080" y="4287240"/>
              <a:ext cx="494280" cy="534240"/>
            </a:xfrm>
            <a:custGeom>
              <a:avLst/>
              <a:gdLst>
                <a:gd name="textAreaLeft" fmla="*/ 0 w 494280"/>
                <a:gd name="textAreaRight" fmla="*/ 494640 w 49428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130267" h="140842">
                  <a:moveTo>
                    <a:pt x="0" y="0"/>
                  </a:moveTo>
                  <a:lnTo>
                    <a:pt x="130267" y="0"/>
                  </a:lnTo>
                  <a:lnTo>
                    <a:pt x="130267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7" name="TextBox 84"/>
            <p:cNvSpPr/>
            <p:nvPr/>
          </p:nvSpPr>
          <p:spPr>
            <a:xfrm>
              <a:off x="2233080" y="4142520"/>
              <a:ext cx="49428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88" name="Group 85"/>
          <p:cNvGrpSpPr/>
          <p:nvPr/>
        </p:nvGrpSpPr>
        <p:grpSpPr>
          <a:xfrm>
            <a:off x="8464680" y="5267520"/>
            <a:ext cx="1213200" cy="642960"/>
            <a:chOff x="8464680" y="5267520"/>
            <a:chExt cx="1213200" cy="642960"/>
          </a:xfrm>
        </p:grpSpPr>
        <p:sp>
          <p:nvSpPr>
            <p:cNvPr id="1689" name="Freeform 86"/>
            <p:cNvSpPr/>
            <p:nvPr/>
          </p:nvSpPr>
          <p:spPr>
            <a:xfrm>
              <a:off x="8464680" y="5412240"/>
              <a:ext cx="1213200" cy="498240"/>
            </a:xfrm>
            <a:custGeom>
              <a:avLst/>
              <a:gdLst>
                <a:gd name="textAreaLeft" fmla="*/ 0 w 1213200"/>
                <a:gd name="textAreaRight" fmla="*/ 1213560 w 121320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319592" h="131356">
                  <a:moveTo>
                    <a:pt x="0" y="0"/>
                  </a:moveTo>
                  <a:lnTo>
                    <a:pt x="319592" y="0"/>
                  </a:lnTo>
                  <a:lnTo>
                    <a:pt x="319592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0" name="TextBox 87"/>
            <p:cNvSpPr/>
            <p:nvPr/>
          </p:nvSpPr>
          <p:spPr>
            <a:xfrm>
              <a:off x="8464680" y="5267520"/>
              <a:ext cx="121320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91" name="Group 88"/>
          <p:cNvGrpSpPr/>
          <p:nvPr/>
        </p:nvGrpSpPr>
        <p:grpSpPr>
          <a:xfrm>
            <a:off x="6432840" y="5267520"/>
            <a:ext cx="933840" cy="642960"/>
            <a:chOff x="6432840" y="5267520"/>
            <a:chExt cx="933840" cy="642960"/>
          </a:xfrm>
        </p:grpSpPr>
        <p:sp>
          <p:nvSpPr>
            <p:cNvPr id="1692" name="Freeform 89"/>
            <p:cNvSpPr/>
            <p:nvPr/>
          </p:nvSpPr>
          <p:spPr>
            <a:xfrm>
              <a:off x="6432840" y="5412240"/>
              <a:ext cx="933840" cy="498240"/>
            </a:xfrm>
            <a:custGeom>
              <a:avLst/>
              <a:gdLst>
                <a:gd name="textAreaLeft" fmla="*/ 0 w 933840"/>
                <a:gd name="textAreaRight" fmla="*/ 934200 w 933840"/>
                <a:gd name="textAreaTop" fmla="*/ 0 h 498240"/>
                <a:gd name="textAreaBottom" fmla="*/ 498600 h 498240"/>
              </a:gdLst>
              <a:ahLst/>
              <a:rect l="textAreaLeft" t="textAreaTop" r="textAreaRight" b="textAreaBottom"/>
              <a:pathLst>
                <a:path w="246018" h="131356">
                  <a:moveTo>
                    <a:pt x="0" y="0"/>
                  </a:moveTo>
                  <a:lnTo>
                    <a:pt x="246018" y="0"/>
                  </a:lnTo>
                  <a:lnTo>
                    <a:pt x="246018" y="131356"/>
                  </a:lnTo>
                  <a:lnTo>
                    <a:pt x="0" y="131356"/>
                  </a:ln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3" name="TextBox 90"/>
            <p:cNvSpPr/>
            <p:nvPr/>
          </p:nvSpPr>
          <p:spPr>
            <a:xfrm>
              <a:off x="6432840" y="5267520"/>
              <a:ext cx="933840" cy="6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694" name="TextBox 91"/>
          <p:cNvSpPr/>
          <p:nvPr/>
        </p:nvSpPr>
        <p:spPr>
          <a:xfrm>
            <a:off x="2233080" y="3061080"/>
            <a:ext cx="14889960" cy="34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Each table cell is defined by a &lt;td&gt; and a &lt;/td&gt; tag.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td stands for table data.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Everything between &lt;td&gt; and &lt;/td&gt; are the content of the table cell.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695" name="Group 92"/>
          <p:cNvGrpSpPr/>
          <p:nvPr/>
        </p:nvGrpSpPr>
        <p:grpSpPr>
          <a:xfrm>
            <a:off x="1740600" y="4415400"/>
            <a:ext cx="277920" cy="277920"/>
            <a:chOff x="1740600" y="4415400"/>
            <a:chExt cx="277920" cy="277920"/>
          </a:xfrm>
        </p:grpSpPr>
        <p:sp>
          <p:nvSpPr>
            <p:cNvPr id="1696" name="Freeform 93"/>
            <p:cNvSpPr/>
            <p:nvPr/>
          </p:nvSpPr>
          <p:spPr>
            <a:xfrm>
              <a:off x="1740600" y="441540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7" name="TextBox 94"/>
            <p:cNvSpPr/>
            <p:nvPr/>
          </p:nvSpPr>
          <p:spPr>
            <a:xfrm>
              <a:off x="1766520" y="442872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98" name="Group 95"/>
          <p:cNvGrpSpPr/>
          <p:nvPr/>
        </p:nvGrpSpPr>
        <p:grpSpPr>
          <a:xfrm>
            <a:off x="9821880" y="684720"/>
            <a:ext cx="890640" cy="594720"/>
            <a:chOff x="9821880" y="684720"/>
            <a:chExt cx="890640" cy="594720"/>
          </a:xfrm>
        </p:grpSpPr>
        <p:sp>
          <p:nvSpPr>
            <p:cNvPr id="1699" name="Freeform 96"/>
            <p:cNvSpPr/>
            <p:nvPr/>
          </p:nvSpPr>
          <p:spPr>
            <a:xfrm>
              <a:off x="9821880" y="829080"/>
              <a:ext cx="890640" cy="450000"/>
            </a:xfrm>
            <a:custGeom>
              <a:avLst/>
              <a:gdLst>
                <a:gd name="textAreaLeft" fmla="*/ 0 w 890640"/>
                <a:gd name="textAreaRight" fmla="*/ 891000 w 890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34647" h="118584">
                  <a:moveTo>
                    <a:pt x="0" y="0"/>
                  </a:moveTo>
                  <a:lnTo>
                    <a:pt x="234647" y="0"/>
                  </a:lnTo>
                  <a:lnTo>
                    <a:pt x="23464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00" name="TextBox 97"/>
            <p:cNvSpPr/>
            <p:nvPr/>
          </p:nvSpPr>
          <p:spPr>
            <a:xfrm>
              <a:off x="9821880" y="684720"/>
              <a:ext cx="890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701" name="TextBox 98"/>
          <p:cNvSpPr/>
          <p:nvPr/>
        </p:nvSpPr>
        <p:spPr>
          <a:xfrm>
            <a:off x="9822960" y="834840"/>
            <a:ext cx="889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Lists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702" name="Group 99"/>
          <p:cNvGrpSpPr/>
          <p:nvPr/>
        </p:nvGrpSpPr>
        <p:grpSpPr>
          <a:xfrm>
            <a:off x="10712880" y="695520"/>
            <a:ext cx="1373760" cy="594720"/>
            <a:chOff x="10712880" y="695520"/>
            <a:chExt cx="1373760" cy="594720"/>
          </a:xfrm>
        </p:grpSpPr>
        <p:sp>
          <p:nvSpPr>
            <p:cNvPr id="1703" name="Freeform 100"/>
            <p:cNvSpPr/>
            <p:nvPr/>
          </p:nvSpPr>
          <p:spPr>
            <a:xfrm>
              <a:off x="10712880" y="840240"/>
              <a:ext cx="1373760" cy="450000"/>
            </a:xfrm>
            <a:custGeom>
              <a:avLst/>
              <a:gdLst>
                <a:gd name="textAreaLeft" fmla="*/ 0 w 1373760"/>
                <a:gd name="textAreaRight" fmla="*/ 1374120 w 137376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1904" h="118584">
                  <a:moveTo>
                    <a:pt x="0" y="0"/>
                  </a:moveTo>
                  <a:lnTo>
                    <a:pt x="361904" y="0"/>
                  </a:lnTo>
                  <a:lnTo>
                    <a:pt x="36190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04" name="TextBox 101"/>
            <p:cNvSpPr/>
            <p:nvPr/>
          </p:nvSpPr>
          <p:spPr>
            <a:xfrm>
              <a:off x="10712880" y="695520"/>
              <a:ext cx="137376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705" name="TextBox 102"/>
          <p:cNvSpPr/>
          <p:nvPr/>
        </p:nvSpPr>
        <p:spPr>
          <a:xfrm>
            <a:off x="10817640" y="834840"/>
            <a:ext cx="862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Table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6" name="Freeform 103"/>
          <p:cNvSpPr/>
          <p:nvPr/>
        </p:nvSpPr>
        <p:spPr>
          <a:xfrm>
            <a:off x="11746800" y="1002960"/>
            <a:ext cx="128160" cy="123840"/>
          </a:xfrm>
          <a:custGeom>
            <a:avLst/>
            <a:gdLst>
              <a:gd name="textAreaLeft" fmla="*/ 0 w 128160"/>
              <a:gd name="textAreaRight" fmla="*/ 128520 w 128160"/>
              <a:gd name="textAreaTop" fmla="*/ 0 h 123840"/>
              <a:gd name="textAreaBottom" fmla="*/ 124200 h 123840"/>
            </a:gdLst>
            <a:ahLst/>
            <a:rect l="textAreaLeft" t="textAreaTop" r="textAreaRight" b="textAreaBottom"/>
            <a:pathLst>
              <a:path w="128586" h="124378">
                <a:moveTo>
                  <a:pt x="0" y="0"/>
                </a:moveTo>
                <a:lnTo>
                  <a:pt x="128586" y="0"/>
                </a:lnTo>
                <a:lnTo>
                  <a:pt x="128586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07" name="Group 104"/>
          <p:cNvGrpSpPr/>
          <p:nvPr/>
        </p:nvGrpSpPr>
        <p:grpSpPr>
          <a:xfrm>
            <a:off x="1740600" y="5522400"/>
            <a:ext cx="277920" cy="277920"/>
            <a:chOff x="1740600" y="5522400"/>
            <a:chExt cx="277920" cy="277920"/>
          </a:xfrm>
        </p:grpSpPr>
        <p:sp>
          <p:nvSpPr>
            <p:cNvPr id="1708" name="Freeform 105"/>
            <p:cNvSpPr/>
            <p:nvPr/>
          </p:nvSpPr>
          <p:spPr>
            <a:xfrm>
              <a:off x="1740600" y="552240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09" name="TextBox 106"/>
            <p:cNvSpPr/>
            <p:nvPr/>
          </p:nvSpPr>
          <p:spPr>
            <a:xfrm>
              <a:off x="1766520" y="553536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0" name="Group 2"/>
          <p:cNvGrpSpPr/>
          <p:nvPr/>
        </p:nvGrpSpPr>
        <p:grpSpPr>
          <a:xfrm>
            <a:off x="3862440" y="1584720"/>
            <a:ext cx="2043000" cy="999720"/>
            <a:chOff x="3862440" y="1584720"/>
            <a:chExt cx="2043000" cy="999720"/>
          </a:xfrm>
        </p:grpSpPr>
        <p:sp>
          <p:nvSpPr>
            <p:cNvPr id="1711" name="Freeform 3"/>
            <p:cNvSpPr/>
            <p:nvPr/>
          </p:nvSpPr>
          <p:spPr>
            <a:xfrm>
              <a:off x="3862440" y="1729440"/>
              <a:ext cx="2043000" cy="855000"/>
            </a:xfrm>
            <a:custGeom>
              <a:avLst/>
              <a:gdLst>
                <a:gd name="textAreaLeft" fmla="*/ 0 w 2043000"/>
                <a:gd name="textAreaRight" fmla="*/ 2043360 w 204300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538157" h="225313">
                  <a:moveTo>
                    <a:pt x="0" y="0"/>
                  </a:moveTo>
                  <a:lnTo>
                    <a:pt x="538157" y="0"/>
                  </a:lnTo>
                  <a:lnTo>
                    <a:pt x="538157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2" name="TextBox 4"/>
            <p:cNvSpPr/>
            <p:nvPr/>
          </p:nvSpPr>
          <p:spPr>
            <a:xfrm>
              <a:off x="3862440" y="1584720"/>
              <a:ext cx="204300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13" name="Group 5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1714" name="Freeform 6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5" name="TextBox 7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716" name="Freeform 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17" name="Group 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1718" name="Freeform 1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9" name="TextBox 1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720" name="Freeform 1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21" name="Group 1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1722" name="Freeform 1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3" name="TextBox 1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724" name="Freeform 1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5" name="Freeform 1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6" name="Freeform 1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7" name="Freeform 1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8" name="Freeform 2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29" name="Group 2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1730" name="Freeform 2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1" name="TextBox 2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732" name="Freeform 2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3" name="Freeform 2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34" name="Group 2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1735" name="Freeform 2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6" name="TextBox 2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737" name="AutoShape 29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738" name="Group 30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1739" name="Freeform 31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0" name="TextBox 32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41" name="Group 33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1742" name="Freeform 34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3" name="TextBox 35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44" name="Group 36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1745" name="Freeform 37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6" name="TextBox 38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47" name="Group 39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1748" name="Freeform 40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9" name="TextBox 41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50" name="Group 42"/>
          <p:cNvGrpSpPr/>
          <p:nvPr/>
        </p:nvGrpSpPr>
        <p:grpSpPr>
          <a:xfrm>
            <a:off x="3740760" y="681840"/>
            <a:ext cx="1366920" cy="594720"/>
            <a:chOff x="3740760" y="681840"/>
            <a:chExt cx="1366920" cy="594720"/>
          </a:xfrm>
        </p:grpSpPr>
        <p:sp>
          <p:nvSpPr>
            <p:cNvPr id="1751" name="Freeform 43"/>
            <p:cNvSpPr/>
            <p:nvPr/>
          </p:nvSpPr>
          <p:spPr>
            <a:xfrm>
              <a:off x="3740760" y="826560"/>
              <a:ext cx="1366920" cy="450000"/>
            </a:xfrm>
            <a:custGeom>
              <a:avLst/>
              <a:gdLst>
                <a:gd name="textAreaLeft" fmla="*/ 0 w 1366920"/>
                <a:gd name="textAreaRight" fmla="*/ 1367280 w 1366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2" name="TextBox 44"/>
            <p:cNvSpPr/>
            <p:nvPr/>
          </p:nvSpPr>
          <p:spPr>
            <a:xfrm>
              <a:off x="3740760" y="681840"/>
              <a:ext cx="1366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53" name="Group 45"/>
          <p:cNvGrpSpPr/>
          <p:nvPr/>
        </p:nvGrpSpPr>
        <p:grpSpPr>
          <a:xfrm>
            <a:off x="5108040" y="684720"/>
            <a:ext cx="1385640" cy="594720"/>
            <a:chOff x="5108040" y="684720"/>
            <a:chExt cx="1385640" cy="594720"/>
          </a:xfrm>
        </p:grpSpPr>
        <p:sp>
          <p:nvSpPr>
            <p:cNvPr id="1754" name="Freeform 46"/>
            <p:cNvSpPr/>
            <p:nvPr/>
          </p:nvSpPr>
          <p:spPr>
            <a:xfrm>
              <a:off x="5108040" y="829080"/>
              <a:ext cx="1385640" cy="450000"/>
            </a:xfrm>
            <a:custGeom>
              <a:avLst/>
              <a:gdLst>
                <a:gd name="textAreaLeft" fmla="*/ 0 w 1385640"/>
                <a:gd name="textAreaRight" fmla="*/ 1386000 w 1385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5" name="TextBox 47"/>
            <p:cNvSpPr/>
            <p:nvPr/>
          </p:nvSpPr>
          <p:spPr>
            <a:xfrm>
              <a:off x="5108040" y="684720"/>
              <a:ext cx="1385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56" name="Group 48"/>
          <p:cNvGrpSpPr/>
          <p:nvPr/>
        </p:nvGrpSpPr>
        <p:grpSpPr>
          <a:xfrm>
            <a:off x="6494040" y="684720"/>
            <a:ext cx="1029600" cy="594720"/>
            <a:chOff x="6494040" y="684720"/>
            <a:chExt cx="1029600" cy="594720"/>
          </a:xfrm>
        </p:grpSpPr>
        <p:sp>
          <p:nvSpPr>
            <p:cNvPr id="1757" name="Freeform 49"/>
            <p:cNvSpPr/>
            <p:nvPr/>
          </p:nvSpPr>
          <p:spPr>
            <a:xfrm>
              <a:off x="6494040" y="829080"/>
              <a:ext cx="1029600" cy="450000"/>
            </a:xfrm>
            <a:custGeom>
              <a:avLst/>
              <a:gdLst>
                <a:gd name="textAreaLeft" fmla="*/ 0 w 1029600"/>
                <a:gd name="textAreaRight" fmla="*/ 1029960 w 10296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8" name="TextBox 50"/>
            <p:cNvSpPr/>
            <p:nvPr/>
          </p:nvSpPr>
          <p:spPr>
            <a:xfrm>
              <a:off x="6494040" y="684720"/>
              <a:ext cx="10296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59" name="Group 51"/>
          <p:cNvGrpSpPr/>
          <p:nvPr/>
        </p:nvGrpSpPr>
        <p:grpSpPr>
          <a:xfrm>
            <a:off x="7524000" y="684720"/>
            <a:ext cx="1102320" cy="594720"/>
            <a:chOff x="7524000" y="684720"/>
            <a:chExt cx="1102320" cy="594720"/>
          </a:xfrm>
        </p:grpSpPr>
        <p:sp>
          <p:nvSpPr>
            <p:cNvPr id="1760" name="Freeform 52"/>
            <p:cNvSpPr/>
            <p:nvPr/>
          </p:nvSpPr>
          <p:spPr>
            <a:xfrm>
              <a:off x="7524000" y="829080"/>
              <a:ext cx="1102320" cy="450000"/>
            </a:xfrm>
            <a:custGeom>
              <a:avLst/>
              <a:gdLst>
                <a:gd name="textAreaLeft" fmla="*/ 0 w 1102320"/>
                <a:gd name="textAreaRight" fmla="*/ 1102680 w 11023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61" name="TextBox 53"/>
            <p:cNvSpPr/>
            <p:nvPr/>
          </p:nvSpPr>
          <p:spPr>
            <a:xfrm>
              <a:off x="7524000" y="684720"/>
              <a:ext cx="11023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762" name="TextBox 54"/>
          <p:cNvSpPr/>
          <p:nvPr/>
        </p:nvSpPr>
        <p:spPr>
          <a:xfrm>
            <a:off x="1917360" y="1748520"/>
            <a:ext cx="398772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ROWS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3" name="TextBox 55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4" name="TextBox 56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5" name="TextBox 57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6" name="TextBox 58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7" name="TextBox 59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8" name="TextBox 60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9" name="TextBox 61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0" name="TextBox 62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1" name="TextBox 63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2" name="TextBox 64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3" name="TextBox 65"/>
          <p:cNvSpPr/>
          <p:nvPr/>
        </p:nvSpPr>
        <p:spPr>
          <a:xfrm>
            <a:off x="3903480" y="8348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H_Rules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4" name="TextBox 66"/>
          <p:cNvSpPr/>
          <p:nvPr/>
        </p:nvSpPr>
        <p:spPr>
          <a:xfrm>
            <a:off x="5257800" y="835560"/>
            <a:ext cx="10857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L_Breaks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5" name="TextBox 67"/>
          <p:cNvSpPr/>
          <p:nvPr/>
        </p:nvSpPr>
        <p:spPr>
          <a:xfrm>
            <a:off x="6617520" y="834840"/>
            <a:ext cx="749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Links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6" name="TextBox 68"/>
          <p:cNvSpPr/>
          <p:nvPr/>
        </p:nvSpPr>
        <p:spPr>
          <a:xfrm>
            <a:off x="7608240" y="835560"/>
            <a:ext cx="934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Images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777" name="Group 69"/>
          <p:cNvGrpSpPr/>
          <p:nvPr/>
        </p:nvGrpSpPr>
        <p:grpSpPr>
          <a:xfrm>
            <a:off x="8626680" y="684720"/>
            <a:ext cx="1195920" cy="594720"/>
            <a:chOff x="8626680" y="684720"/>
            <a:chExt cx="1195920" cy="594720"/>
          </a:xfrm>
        </p:grpSpPr>
        <p:sp>
          <p:nvSpPr>
            <p:cNvPr id="1778" name="Freeform 70"/>
            <p:cNvSpPr/>
            <p:nvPr/>
          </p:nvSpPr>
          <p:spPr>
            <a:xfrm>
              <a:off x="8626680" y="829080"/>
              <a:ext cx="1195920" cy="450000"/>
            </a:xfrm>
            <a:custGeom>
              <a:avLst/>
              <a:gdLst>
                <a:gd name="textAreaLeft" fmla="*/ 0 w 1195920"/>
                <a:gd name="textAreaRight" fmla="*/ 1196280 w 1195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79" name="TextBox 71"/>
            <p:cNvSpPr/>
            <p:nvPr/>
          </p:nvSpPr>
          <p:spPr>
            <a:xfrm>
              <a:off x="8626680" y="684720"/>
              <a:ext cx="1195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780" name="TextBox 72"/>
          <p:cNvSpPr/>
          <p:nvPr/>
        </p:nvSpPr>
        <p:spPr>
          <a:xfrm>
            <a:off x="8694360" y="8240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Favicon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781" name="Group 73"/>
          <p:cNvGrpSpPr/>
          <p:nvPr/>
        </p:nvGrpSpPr>
        <p:grpSpPr>
          <a:xfrm>
            <a:off x="8694360" y="3018600"/>
            <a:ext cx="858960" cy="667800"/>
            <a:chOff x="8694360" y="3018600"/>
            <a:chExt cx="858960" cy="667800"/>
          </a:xfrm>
        </p:grpSpPr>
        <p:sp>
          <p:nvSpPr>
            <p:cNvPr id="1782" name="Freeform 74"/>
            <p:cNvSpPr/>
            <p:nvPr/>
          </p:nvSpPr>
          <p:spPr>
            <a:xfrm>
              <a:off x="8694360" y="3163320"/>
              <a:ext cx="858960" cy="523080"/>
            </a:xfrm>
            <a:custGeom>
              <a:avLst/>
              <a:gdLst>
                <a:gd name="textAreaLeft" fmla="*/ 0 w 858960"/>
                <a:gd name="textAreaRight" fmla="*/ 859320 w 85896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26331" h="137899">
                  <a:moveTo>
                    <a:pt x="0" y="0"/>
                  </a:moveTo>
                  <a:lnTo>
                    <a:pt x="226331" y="0"/>
                  </a:lnTo>
                  <a:lnTo>
                    <a:pt x="226331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83" name="TextBox 75"/>
            <p:cNvSpPr/>
            <p:nvPr/>
          </p:nvSpPr>
          <p:spPr>
            <a:xfrm>
              <a:off x="8694360" y="3018600"/>
              <a:ext cx="85896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84" name="Group 76"/>
          <p:cNvGrpSpPr/>
          <p:nvPr/>
        </p:nvGrpSpPr>
        <p:grpSpPr>
          <a:xfrm>
            <a:off x="13341600" y="3018600"/>
            <a:ext cx="1157400" cy="667800"/>
            <a:chOff x="13341600" y="3018600"/>
            <a:chExt cx="1157400" cy="667800"/>
          </a:xfrm>
        </p:grpSpPr>
        <p:sp>
          <p:nvSpPr>
            <p:cNvPr id="1785" name="Freeform 77"/>
            <p:cNvSpPr/>
            <p:nvPr/>
          </p:nvSpPr>
          <p:spPr>
            <a:xfrm>
              <a:off x="13341600" y="3163320"/>
              <a:ext cx="1157400" cy="523080"/>
            </a:xfrm>
            <a:custGeom>
              <a:avLst/>
              <a:gdLst>
                <a:gd name="textAreaLeft" fmla="*/ 0 w 1157400"/>
                <a:gd name="textAreaRight" fmla="*/ 1157760 w 115740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304913" h="137899">
                  <a:moveTo>
                    <a:pt x="0" y="0"/>
                  </a:moveTo>
                  <a:lnTo>
                    <a:pt x="304913" y="0"/>
                  </a:lnTo>
                  <a:lnTo>
                    <a:pt x="304913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86" name="TextBox 78"/>
            <p:cNvSpPr/>
            <p:nvPr/>
          </p:nvSpPr>
          <p:spPr>
            <a:xfrm>
              <a:off x="13341600" y="3018600"/>
              <a:ext cx="115740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87" name="Group 79"/>
          <p:cNvGrpSpPr/>
          <p:nvPr/>
        </p:nvGrpSpPr>
        <p:grpSpPr>
          <a:xfrm>
            <a:off x="5257800" y="4142520"/>
            <a:ext cx="2350080" cy="678960"/>
            <a:chOff x="5257800" y="4142520"/>
            <a:chExt cx="2350080" cy="678960"/>
          </a:xfrm>
        </p:grpSpPr>
        <p:sp>
          <p:nvSpPr>
            <p:cNvPr id="1788" name="Freeform 80"/>
            <p:cNvSpPr/>
            <p:nvPr/>
          </p:nvSpPr>
          <p:spPr>
            <a:xfrm>
              <a:off x="5257800" y="4287240"/>
              <a:ext cx="2350080" cy="534240"/>
            </a:xfrm>
            <a:custGeom>
              <a:avLst/>
              <a:gdLst>
                <a:gd name="textAreaLeft" fmla="*/ 0 w 2350080"/>
                <a:gd name="textAreaRight" fmla="*/ 2350440 w 235008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619065" h="140842">
                  <a:moveTo>
                    <a:pt x="0" y="0"/>
                  </a:moveTo>
                  <a:lnTo>
                    <a:pt x="619065" y="0"/>
                  </a:lnTo>
                  <a:lnTo>
                    <a:pt x="619065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89" name="TextBox 81"/>
            <p:cNvSpPr/>
            <p:nvPr/>
          </p:nvSpPr>
          <p:spPr>
            <a:xfrm>
              <a:off x="5257800" y="4142520"/>
              <a:ext cx="235008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90" name="Group 82"/>
          <p:cNvGrpSpPr/>
          <p:nvPr/>
        </p:nvGrpSpPr>
        <p:grpSpPr>
          <a:xfrm>
            <a:off x="2233080" y="4142520"/>
            <a:ext cx="494280" cy="678960"/>
            <a:chOff x="2233080" y="4142520"/>
            <a:chExt cx="494280" cy="678960"/>
          </a:xfrm>
        </p:grpSpPr>
        <p:sp>
          <p:nvSpPr>
            <p:cNvPr id="1791" name="Freeform 83"/>
            <p:cNvSpPr/>
            <p:nvPr/>
          </p:nvSpPr>
          <p:spPr>
            <a:xfrm>
              <a:off x="2233080" y="4287240"/>
              <a:ext cx="494280" cy="534240"/>
            </a:xfrm>
            <a:custGeom>
              <a:avLst/>
              <a:gdLst>
                <a:gd name="textAreaLeft" fmla="*/ 0 w 494280"/>
                <a:gd name="textAreaRight" fmla="*/ 494640 w 49428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130267" h="140842">
                  <a:moveTo>
                    <a:pt x="0" y="0"/>
                  </a:moveTo>
                  <a:lnTo>
                    <a:pt x="130267" y="0"/>
                  </a:lnTo>
                  <a:lnTo>
                    <a:pt x="130267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92" name="TextBox 84"/>
            <p:cNvSpPr/>
            <p:nvPr/>
          </p:nvSpPr>
          <p:spPr>
            <a:xfrm>
              <a:off x="2233080" y="4142520"/>
              <a:ext cx="49428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793" name="TextBox 85"/>
          <p:cNvSpPr/>
          <p:nvPr/>
        </p:nvSpPr>
        <p:spPr>
          <a:xfrm>
            <a:off x="2233080" y="3061080"/>
            <a:ext cx="14889960" cy="22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Each table row starts with a &lt;tr&gt; and ends with a &lt;/tr&gt; tag.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tr stands for table row.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794" name="Group 86"/>
          <p:cNvGrpSpPr/>
          <p:nvPr/>
        </p:nvGrpSpPr>
        <p:grpSpPr>
          <a:xfrm>
            <a:off x="1740600" y="4415400"/>
            <a:ext cx="277920" cy="277920"/>
            <a:chOff x="1740600" y="4415400"/>
            <a:chExt cx="277920" cy="277920"/>
          </a:xfrm>
        </p:grpSpPr>
        <p:sp>
          <p:nvSpPr>
            <p:cNvPr id="1795" name="Freeform 87"/>
            <p:cNvSpPr/>
            <p:nvPr/>
          </p:nvSpPr>
          <p:spPr>
            <a:xfrm>
              <a:off x="1740600" y="441540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96" name="TextBox 88"/>
            <p:cNvSpPr/>
            <p:nvPr/>
          </p:nvSpPr>
          <p:spPr>
            <a:xfrm>
              <a:off x="1766520" y="442872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97" name="Group 89"/>
          <p:cNvGrpSpPr/>
          <p:nvPr/>
        </p:nvGrpSpPr>
        <p:grpSpPr>
          <a:xfrm>
            <a:off x="9821880" y="684720"/>
            <a:ext cx="890640" cy="594720"/>
            <a:chOff x="9821880" y="684720"/>
            <a:chExt cx="890640" cy="594720"/>
          </a:xfrm>
        </p:grpSpPr>
        <p:sp>
          <p:nvSpPr>
            <p:cNvPr id="1798" name="Freeform 90"/>
            <p:cNvSpPr/>
            <p:nvPr/>
          </p:nvSpPr>
          <p:spPr>
            <a:xfrm>
              <a:off x="9821880" y="829080"/>
              <a:ext cx="890640" cy="450000"/>
            </a:xfrm>
            <a:custGeom>
              <a:avLst/>
              <a:gdLst>
                <a:gd name="textAreaLeft" fmla="*/ 0 w 890640"/>
                <a:gd name="textAreaRight" fmla="*/ 891000 w 890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34647" h="118584">
                  <a:moveTo>
                    <a:pt x="0" y="0"/>
                  </a:moveTo>
                  <a:lnTo>
                    <a:pt x="234647" y="0"/>
                  </a:lnTo>
                  <a:lnTo>
                    <a:pt x="23464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99" name="TextBox 91"/>
            <p:cNvSpPr/>
            <p:nvPr/>
          </p:nvSpPr>
          <p:spPr>
            <a:xfrm>
              <a:off x="9821880" y="684720"/>
              <a:ext cx="890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800" name="TextBox 92"/>
          <p:cNvSpPr/>
          <p:nvPr/>
        </p:nvSpPr>
        <p:spPr>
          <a:xfrm>
            <a:off x="9822960" y="834840"/>
            <a:ext cx="889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Lists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801" name="Group 93"/>
          <p:cNvGrpSpPr/>
          <p:nvPr/>
        </p:nvGrpSpPr>
        <p:grpSpPr>
          <a:xfrm>
            <a:off x="10712880" y="695520"/>
            <a:ext cx="1373760" cy="594720"/>
            <a:chOff x="10712880" y="695520"/>
            <a:chExt cx="1373760" cy="594720"/>
          </a:xfrm>
        </p:grpSpPr>
        <p:sp>
          <p:nvSpPr>
            <p:cNvPr id="1802" name="Freeform 94"/>
            <p:cNvSpPr/>
            <p:nvPr/>
          </p:nvSpPr>
          <p:spPr>
            <a:xfrm>
              <a:off x="10712880" y="840240"/>
              <a:ext cx="1373760" cy="450000"/>
            </a:xfrm>
            <a:custGeom>
              <a:avLst/>
              <a:gdLst>
                <a:gd name="textAreaLeft" fmla="*/ 0 w 1373760"/>
                <a:gd name="textAreaRight" fmla="*/ 1374120 w 137376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1904" h="118584">
                  <a:moveTo>
                    <a:pt x="0" y="0"/>
                  </a:moveTo>
                  <a:lnTo>
                    <a:pt x="361904" y="0"/>
                  </a:lnTo>
                  <a:lnTo>
                    <a:pt x="36190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03" name="TextBox 95"/>
            <p:cNvSpPr/>
            <p:nvPr/>
          </p:nvSpPr>
          <p:spPr>
            <a:xfrm>
              <a:off x="10712880" y="695520"/>
              <a:ext cx="137376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804" name="TextBox 96"/>
          <p:cNvSpPr/>
          <p:nvPr/>
        </p:nvSpPr>
        <p:spPr>
          <a:xfrm>
            <a:off x="10817640" y="834840"/>
            <a:ext cx="862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Table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5" name="Freeform 97"/>
          <p:cNvSpPr/>
          <p:nvPr/>
        </p:nvSpPr>
        <p:spPr>
          <a:xfrm>
            <a:off x="11746800" y="1002960"/>
            <a:ext cx="128160" cy="123840"/>
          </a:xfrm>
          <a:custGeom>
            <a:avLst/>
            <a:gdLst>
              <a:gd name="textAreaLeft" fmla="*/ 0 w 128160"/>
              <a:gd name="textAreaRight" fmla="*/ 128520 w 128160"/>
              <a:gd name="textAreaTop" fmla="*/ 0 h 123840"/>
              <a:gd name="textAreaBottom" fmla="*/ 124200 h 123840"/>
            </a:gdLst>
            <a:ahLst/>
            <a:rect l="textAreaLeft" t="textAreaTop" r="textAreaRight" b="textAreaBottom"/>
            <a:pathLst>
              <a:path w="128586" h="124378">
                <a:moveTo>
                  <a:pt x="0" y="0"/>
                </a:moveTo>
                <a:lnTo>
                  <a:pt x="128586" y="0"/>
                </a:lnTo>
                <a:lnTo>
                  <a:pt x="128586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2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6" name="Group 2"/>
          <p:cNvGrpSpPr/>
          <p:nvPr/>
        </p:nvGrpSpPr>
        <p:grpSpPr>
          <a:xfrm>
            <a:off x="3862440" y="1584720"/>
            <a:ext cx="2938320" cy="999720"/>
            <a:chOff x="3862440" y="1584720"/>
            <a:chExt cx="2938320" cy="999720"/>
          </a:xfrm>
        </p:grpSpPr>
        <p:sp>
          <p:nvSpPr>
            <p:cNvPr id="1807" name="Freeform 3"/>
            <p:cNvSpPr/>
            <p:nvPr/>
          </p:nvSpPr>
          <p:spPr>
            <a:xfrm>
              <a:off x="3862440" y="1729440"/>
              <a:ext cx="2938320" cy="855000"/>
            </a:xfrm>
            <a:custGeom>
              <a:avLst/>
              <a:gdLst>
                <a:gd name="textAreaLeft" fmla="*/ 0 w 2938320"/>
                <a:gd name="textAreaRight" fmla="*/ 2938680 w 2938320"/>
                <a:gd name="textAreaTop" fmla="*/ 0 h 855000"/>
                <a:gd name="textAreaBottom" fmla="*/ 855360 h 855000"/>
              </a:gdLst>
              <a:ahLst/>
              <a:rect l="textAreaLeft" t="textAreaTop" r="textAreaRight" b="textAreaBottom"/>
              <a:pathLst>
                <a:path w="773981" h="225313">
                  <a:moveTo>
                    <a:pt x="0" y="0"/>
                  </a:moveTo>
                  <a:lnTo>
                    <a:pt x="773981" y="0"/>
                  </a:lnTo>
                  <a:lnTo>
                    <a:pt x="773981" y="225313"/>
                  </a:lnTo>
                  <a:lnTo>
                    <a:pt x="0" y="225313"/>
                  </a:lnTo>
                  <a:close/>
                </a:path>
              </a:pathLst>
            </a:custGeom>
            <a:solidFill>
              <a:srgbClr val="e44d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08" name="TextBox 4"/>
            <p:cNvSpPr/>
            <p:nvPr/>
          </p:nvSpPr>
          <p:spPr>
            <a:xfrm>
              <a:off x="3862440" y="1584720"/>
              <a:ext cx="293832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09" name="Group 5"/>
          <p:cNvGrpSpPr/>
          <p:nvPr/>
        </p:nvGrpSpPr>
        <p:grpSpPr>
          <a:xfrm>
            <a:off x="1740600" y="3289680"/>
            <a:ext cx="277920" cy="277920"/>
            <a:chOff x="1740600" y="3289680"/>
            <a:chExt cx="277920" cy="277920"/>
          </a:xfrm>
        </p:grpSpPr>
        <p:sp>
          <p:nvSpPr>
            <p:cNvPr id="1810" name="Freeform 6"/>
            <p:cNvSpPr/>
            <p:nvPr/>
          </p:nvSpPr>
          <p:spPr>
            <a:xfrm>
              <a:off x="1740600" y="328968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1" name="TextBox 7"/>
            <p:cNvSpPr/>
            <p:nvPr/>
          </p:nvSpPr>
          <p:spPr>
            <a:xfrm>
              <a:off x="1766520" y="330264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812" name="Freeform 8"/>
          <p:cNvSpPr/>
          <p:nvPr/>
        </p:nvSpPr>
        <p:spPr>
          <a:xfrm>
            <a:off x="15584040" y="8922960"/>
            <a:ext cx="1993680" cy="67032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670320"/>
              <a:gd name="textAreaBottom" fmla="*/ 670680 h 670320"/>
            </a:gdLst>
            <a:ahLst/>
            <a:rect l="textAreaLeft" t="textAreaTop" r="textAreaRight" b="textAreaBottom"/>
            <a:pathLst>
              <a:path w="1993888" h="670671">
                <a:moveTo>
                  <a:pt x="0" y="0"/>
                </a:moveTo>
                <a:lnTo>
                  <a:pt x="1993887" y="0"/>
                </a:lnTo>
                <a:lnTo>
                  <a:pt x="1993887" y="670672"/>
                </a:lnTo>
                <a:lnTo>
                  <a:pt x="0" y="6706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13" name="Group 9"/>
          <p:cNvGrpSpPr/>
          <p:nvPr/>
        </p:nvGrpSpPr>
        <p:grpSpPr>
          <a:xfrm>
            <a:off x="0" y="-144720"/>
            <a:ext cx="838080" cy="10857240"/>
            <a:chOff x="0" y="-144720"/>
            <a:chExt cx="838080" cy="10857240"/>
          </a:xfrm>
        </p:grpSpPr>
        <p:sp>
          <p:nvSpPr>
            <p:cNvPr id="1814" name="Freeform 10"/>
            <p:cNvSpPr/>
            <p:nvPr/>
          </p:nvSpPr>
          <p:spPr>
            <a:xfrm>
              <a:off x="0" y="0"/>
              <a:ext cx="838080" cy="1071252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10712520"/>
                <a:gd name="textAreaBottom" fmla="*/ 10712880 h 10712520"/>
              </a:gdLst>
              <a:ahLst/>
              <a:rect l="textAreaLeft" t="textAreaTop" r="textAreaRight" b="textAreaBottom"/>
              <a:pathLst>
                <a:path w="220840" h="2821521">
                  <a:moveTo>
                    <a:pt x="0" y="0"/>
                  </a:moveTo>
                  <a:lnTo>
                    <a:pt x="220840" y="0"/>
                  </a:lnTo>
                  <a:lnTo>
                    <a:pt x="220840" y="2821521"/>
                  </a:lnTo>
                  <a:lnTo>
                    <a:pt x="0" y="282152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15" name="TextBox 11"/>
            <p:cNvSpPr/>
            <p:nvPr/>
          </p:nvSpPr>
          <p:spPr>
            <a:xfrm>
              <a:off x="0" y="-144720"/>
              <a:ext cx="838080" cy="1085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816" name="Freeform 12"/>
          <p:cNvSpPr/>
          <p:nvPr/>
        </p:nvSpPr>
        <p:spPr>
          <a:xfrm>
            <a:off x="256320" y="1065240"/>
            <a:ext cx="325440" cy="422640"/>
          </a:xfrm>
          <a:custGeom>
            <a:avLst/>
            <a:gdLst>
              <a:gd name="textAreaLeft" fmla="*/ 0 w 325440"/>
              <a:gd name="textAreaRight" fmla="*/ 325800 w 325440"/>
              <a:gd name="textAreaTop" fmla="*/ 0 h 422640"/>
              <a:gd name="textAreaBottom" fmla="*/ 423000 h 422640"/>
            </a:gdLst>
            <a:ahLst/>
            <a:rect l="textAreaLeft" t="textAreaTop" r="textAreaRight" b="textAreaBottom"/>
            <a:pathLst>
              <a:path w="325949" h="423081">
                <a:moveTo>
                  <a:pt x="0" y="0"/>
                </a:moveTo>
                <a:lnTo>
                  <a:pt x="325949" y="0"/>
                </a:lnTo>
                <a:lnTo>
                  <a:pt x="325949" y="423082"/>
                </a:lnTo>
                <a:lnTo>
                  <a:pt x="0" y="423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17" name="Group 13"/>
          <p:cNvGrpSpPr/>
          <p:nvPr/>
        </p:nvGrpSpPr>
        <p:grpSpPr>
          <a:xfrm>
            <a:off x="450000" y="1357200"/>
            <a:ext cx="198720" cy="198720"/>
            <a:chOff x="450000" y="1357200"/>
            <a:chExt cx="198720" cy="198720"/>
          </a:xfrm>
        </p:grpSpPr>
        <p:sp>
          <p:nvSpPr>
            <p:cNvPr id="1818" name="Freeform 14"/>
            <p:cNvSpPr/>
            <p:nvPr/>
          </p:nvSpPr>
          <p:spPr>
            <a:xfrm>
              <a:off x="450000" y="1357200"/>
              <a:ext cx="198720" cy="19872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198720"/>
                <a:gd name="textAreaBottom" fmla="*/ 199080 h 19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19" name="TextBox 15"/>
            <p:cNvSpPr/>
            <p:nvPr/>
          </p:nvSpPr>
          <p:spPr>
            <a:xfrm>
              <a:off x="468720" y="1366560"/>
              <a:ext cx="161280" cy="17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4640" rIns="44640" tIns="44640" bIns="4464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820" name="Freeform 16"/>
          <p:cNvSpPr/>
          <p:nvPr/>
        </p:nvSpPr>
        <p:spPr>
          <a:xfrm>
            <a:off x="231840" y="1828440"/>
            <a:ext cx="349920" cy="349920"/>
          </a:xfrm>
          <a:custGeom>
            <a:avLst/>
            <a:gdLst>
              <a:gd name="textAreaLeft" fmla="*/ 0 w 349920"/>
              <a:gd name="textAreaRight" fmla="*/ 350280 w 349920"/>
              <a:gd name="textAreaTop" fmla="*/ 0 h 349920"/>
              <a:gd name="textAreaBottom" fmla="*/ 350280 h 349920"/>
            </a:gdLst>
            <a:ahLst/>
            <a:rect l="textAreaLeft" t="textAreaTop" r="textAreaRight" b="textAreaBottom"/>
            <a:pathLst>
              <a:path w="350277" h="350277">
                <a:moveTo>
                  <a:pt x="0" y="0"/>
                </a:moveTo>
                <a:lnTo>
                  <a:pt x="350276" y="0"/>
                </a:lnTo>
                <a:lnTo>
                  <a:pt x="350276" y="350276"/>
                </a:lnTo>
                <a:lnTo>
                  <a:pt x="0" y="350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1" name="Freeform 17"/>
          <p:cNvSpPr/>
          <p:nvPr/>
        </p:nvSpPr>
        <p:spPr>
          <a:xfrm>
            <a:off x="279360" y="2454840"/>
            <a:ext cx="279720" cy="356040"/>
          </a:xfrm>
          <a:custGeom>
            <a:avLst/>
            <a:gdLst>
              <a:gd name="textAreaLeft" fmla="*/ 0 w 279720"/>
              <a:gd name="textAreaRight" fmla="*/ 280080 w 279720"/>
              <a:gd name="textAreaTop" fmla="*/ 0 h 356040"/>
              <a:gd name="textAreaBottom" fmla="*/ 356400 h 356040"/>
            </a:gdLst>
            <a:ahLst/>
            <a:rect l="textAreaLeft" t="textAreaTop" r="textAreaRight" b="textAreaBottom"/>
            <a:pathLst>
              <a:path w="279924" h="356385">
                <a:moveTo>
                  <a:pt x="0" y="0"/>
                </a:moveTo>
                <a:lnTo>
                  <a:pt x="279924" y="0"/>
                </a:lnTo>
                <a:lnTo>
                  <a:pt x="279924" y="356385"/>
                </a:lnTo>
                <a:lnTo>
                  <a:pt x="0" y="3563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2" name="Freeform 18"/>
          <p:cNvSpPr/>
          <p:nvPr/>
        </p:nvSpPr>
        <p:spPr>
          <a:xfrm flipV="1">
            <a:off x="216720" y="3086640"/>
            <a:ext cx="404280" cy="404280"/>
          </a:xfrm>
          <a:custGeom>
            <a:avLst/>
            <a:gdLst>
              <a:gd name="textAreaLeft" fmla="*/ 0 w 404280"/>
              <a:gd name="textAreaRight" fmla="*/ 404640 w 404280"/>
              <a:gd name="textAreaTop" fmla="*/ -360 h 404280"/>
              <a:gd name="textAreaBottom" fmla="*/ 404280 h 404280"/>
            </a:gdLst>
            <a:ahLst/>
            <a:rect l="textAreaLeft" t="textAreaTop" r="textAreaRight" b="textAreaBottom"/>
            <a:pathLst>
              <a:path w="404818" h="404818">
                <a:moveTo>
                  <a:pt x="0" y="404817"/>
                </a:moveTo>
                <a:lnTo>
                  <a:pt x="404818" y="404817"/>
                </a:lnTo>
                <a:lnTo>
                  <a:pt x="404818" y="0"/>
                </a:lnTo>
                <a:lnTo>
                  <a:pt x="0" y="0"/>
                </a:lnTo>
                <a:lnTo>
                  <a:pt x="0" y="404817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3" name="Freeform 19"/>
          <p:cNvSpPr/>
          <p:nvPr/>
        </p:nvSpPr>
        <p:spPr>
          <a:xfrm>
            <a:off x="186480" y="9324000"/>
            <a:ext cx="465120" cy="465120"/>
          </a:xfrm>
          <a:custGeom>
            <a:avLst/>
            <a:gdLst>
              <a:gd name="textAreaLeft" fmla="*/ 0 w 465120"/>
              <a:gd name="textAreaRight" fmla="*/ 465480 w 465120"/>
              <a:gd name="textAreaTop" fmla="*/ 0 h 465120"/>
              <a:gd name="textAreaBottom" fmla="*/ 465480 h 465120"/>
            </a:gdLst>
            <a:ahLst/>
            <a:rect l="textAreaLeft" t="textAreaTop" r="textAreaRight" b="textAreaBottom"/>
            <a:pathLst>
              <a:path w="465502" h="465502">
                <a:moveTo>
                  <a:pt x="0" y="0"/>
                </a:moveTo>
                <a:lnTo>
                  <a:pt x="465502" y="0"/>
                </a:lnTo>
                <a:lnTo>
                  <a:pt x="465502" y="465503"/>
                </a:lnTo>
                <a:lnTo>
                  <a:pt x="0" y="4655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4" name="Freeform 20"/>
          <p:cNvSpPr/>
          <p:nvPr/>
        </p:nvSpPr>
        <p:spPr>
          <a:xfrm>
            <a:off x="197280" y="8745840"/>
            <a:ext cx="443520" cy="443520"/>
          </a:xfrm>
          <a:custGeom>
            <a:avLst/>
            <a:gdLst>
              <a:gd name="textAreaLeft" fmla="*/ 0 w 443520"/>
              <a:gd name="textAreaRight" fmla="*/ 443880 w 443520"/>
              <a:gd name="textAreaTop" fmla="*/ 0 h 443520"/>
              <a:gd name="textAreaBottom" fmla="*/ 443880 h 443520"/>
            </a:gdLst>
            <a:ahLst/>
            <a:rect l="textAreaLeft" t="textAreaTop" r="textAreaRight" b="textAreaBottom"/>
            <a:pathLst>
              <a:path w="443836" h="443836">
                <a:moveTo>
                  <a:pt x="0" y="0"/>
                </a:moveTo>
                <a:lnTo>
                  <a:pt x="443836" y="0"/>
                </a:lnTo>
                <a:lnTo>
                  <a:pt x="443836" y="443836"/>
                </a:lnTo>
                <a:lnTo>
                  <a:pt x="0" y="4438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25" name="Group 21"/>
          <p:cNvGrpSpPr/>
          <p:nvPr/>
        </p:nvGrpSpPr>
        <p:grpSpPr>
          <a:xfrm>
            <a:off x="0" y="-144720"/>
            <a:ext cx="18287640" cy="906840"/>
            <a:chOff x="0" y="-144720"/>
            <a:chExt cx="18287640" cy="906840"/>
          </a:xfrm>
        </p:grpSpPr>
        <p:sp>
          <p:nvSpPr>
            <p:cNvPr id="1826" name="Freeform 22"/>
            <p:cNvSpPr/>
            <p:nvPr/>
          </p:nvSpPr>
          <p:spPr>
            <a:xfrm>
              <a:off x="0" y="0"/>
              <a:ext cx="18287640" cy="76212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62120"/>
                <a:gd name="textAreaBottom" fmla="*/ 762480 h 762120"/>
              </a:gdLst>
              <a:ahLst/>
              <a:rect l="textAreaLeft" t="textAreaTop" r="textAreaRight" b="textAreaBottom"/>
              <a:pathLst>
                <a:path w="4816592" h="200831">
                  <a:moveTo>
                    <a:pt x="0" y="0"/>
                  </a:moveTo>
                  <a:lnTo>
                    <a:pt x="4816592" y="0"/>
                  </a:lnTo>
                  <a:lnTo>
                    <a:pt x="4816592" y="200831"/>
                  </a:lnTo>
                  <a:lnTo>
                    <a:pt x="0" y="200831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27" name="TextBox 23"/>
            <p:cNvSpPr/>
            <p:nvPr/>
          </p:nvSpPr>
          <p:spPr>
            <a:xfrm>
              <a:off x="0" y="-144720"/>
              <a:ext cx="18287640" cy="90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828" name="Freeform 24"/>
          <p:cNvSpPr/>
          <p:nvPr/>
        </p:nvSpPr>
        <p:spPr>
          <a:xfrm>
            <a:off x="298080" y="192960"/>
            <a:ext cx="355680" cy="406080"/>
          </a:xfrm>
          <a:custGeom>
            <a:avLst/>
            <a:gdLst>
              <a:gd name="textAreaLeft" fmla="*/ 0 w 355680"/>
              <a:gd name="textAreaRight" fmla="*/ 356040 w 355680"/>
              <a:gd name="textAreaTop" fmla="*/ 0 h 406080"/>
              <a:gd name="textAreaBottom" fmla="*/ 406440 h 406080"/>
            </a:gdLst>
            <a:ahLst/>
            <a:rect l="textAreaLeft" t="textAreaTop" r="textAreaRight" b="textAreaBottom"/>
            <a:pathLst>
              <a:path w="356180" h="406430">
                <a:moveTo>
                  <a:pt x="0" y="0"/>
                </a:moveTo>
                <a:lnTo>
                  <a:pt x="356180" y="0"/>
                </a:lnTo>
                <a:lnTo>
                  <a:pt x="356180" y="406430"/>
                </a:lnTo>
                <a:lnTo>
                  <a:pt x="0" y="406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9" name="Freeform 25"/>
          <p:cNvSpPr/>
          <p:nvPr/>
        </p:nvSpPr>
        <p:spPr>
          <a:xfrm>
            <a:off x="17578080" y="266760"/>
            <a:ext cx="280800" cy="271800"/>
          </a:xfrm>
          <a:custGeom>
            <a:avLst/>
            <a:gdLst>
              <a:gd name="textAreaLeft" fmla="*/ 0 w 280800"/>
              <a:gd name="textAreaRight" fmla="*/ 281160 w 280800"/>
              <a:gd name="textAreaTop" fmla="*/ 0 h 271800"/>
              <a:gd name="textAreaBottom" fmla="*/ 272160 h 271800"/>
            </a:gdLst>
            <a:ahLst/>
            <a:rect l="textAreaLeft" t="textAreaTop" r="textAreaRight" b="textAreaBottom"/>
            <a:pathLst>
              <a:path w="281285" h="272079">
                <a:moveTo>
                  <a:pt x="0" y="0"/>
                </a:moveTo>
                <a:lnTo>
                  <a:pt x="281285" y="0"/>
                </a:lnTo>
                <a:lnTo>
                  <a:pt x="281285" y="272079"/>
                </a:lnTo>
                <a:lnTo>
                  <a:pt x="0" y="272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30" name="Group 26"/>
          <p:cNvGrpSpPr/>
          <p:nvPr/>
        </p:nvGrpSpPr>
        <p:grpSpPr>
          <a:xfrm>
            <a:off x="17123400" y="122040"/>
            <a:ext cx="271800" cy="416520"/>
            <a:chOff x="17123400" y="122040"/>
            <a:chExt cx="271800" cy="416520"/>
          </a:xfrm>
        </p:grpSpPr>
        <p:sp>
          <p:nvSpPr>
            <p:cNvPr id="1831" name="Freeform 27"/>
            <p:cNvSpPr/>
            <p:nvPr/>
          </p:nvSpPr>
          <p:spPr>
            <a:xfrm>
              <a:off x="17123400" y="266760"/>
              <a:ext cx="271800" cy="271800"/>
            </a:xfrm>
            <a:custGeom>
              <a:avLst/>
              <a:gdLst>
                <a:gd name="textAreaLeft" fmla="*/ 0 w 271800"/>
                <a:gd name="textAreaRight" fmla="*/ 272160 w 271800"/>
                <a:gd name="textAreaTop" fmla="*/ 0 h 271800"/>
                <a:gd name="textAreaBottom" fmla="*/ 272160 h 271800"/>
              </a:gdLst>
              <a:ahLst/>
              <a:rect l="textAreaLeft" t="textAreaTop" r="textAreaRight" b="textAreaBottom"/>
              <a:pathLst>
                <a:path w="71659" h="71659">
                  <a:moveTo>
                    <a:pt x="0" y="0"/>
                  </a:moveTo>
                  <a:lnTo>
                    <a:pt x="71659" y="0"/>
                  </a:lnTo>
                  <a:lnTo>
                    <a:pt x="71659" y="71659"/>
                  </a:lnTo>
                  <a:lnTo>
                    <a:pt x="0" y="71659"/>
                  </a:lnTo>
                  <a:close/>
                </a:path>
              </a:pathLst>
            </a:custGeom>
            <a:noFill/>
            <a:ln cap="sq" w="47625">
              <a:solidFill>
                <a:srgbClr val="ebebe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2" name="TextBox 28"/>
            <p:cNvSpPr/>
            <p:nvPr/>
          </p:nvSpPr>
          <p:spPr>
            <a:xfrm>
              <a:off x="17123400" y="122040"/>
              <a:ext cx="271800" cy="41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833" name="AutoShape 29"/>
          <p:cNvSpPr/>
          <p:nvPr/>
        </p:nvSpPr>
        <p:spPr>
          <a:xfrm>
            <a:off x="16508880" y="421560"/>
            <a:ext cx="383040" cy="360"/>
          </a:xfrm>
          <a:prstGeom prst="line">
            <a:avLst/>
          </a:prstGeom>
          <a:ln w="3810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834" name="Group 30"/>
          <p:cNvGrpSpPr/>
          <p:nvPr/>
        </p:nvGrpSpPr>
        <p:grpSpPr>
          <a:xfrm>
            <a:off x="-19080" y="617760"/>
            <a:ext cx="18287640" cy="196560"/>
            <a:chOff x="-19080" y="617760"/>
            <a:chExt cx="18287640" cy="196560"/>
          </a:xfrm>
        </p:grpSpPr>
        <p:sp>
          <p:nvSpPr>
            <p:cNvPr id="1835" name="Freeform 31"/>
            <p:cNvSpPr/>
            <p:nvPr/>
          </p:nvSpPr>
          <p:spPr>
            <a:xfrm>
              <a:off x="-19080" y="762480"/>
              <a:ext cx="18287640" cy="51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1840"/>
                <a:gd name="textAreaBottom" fmla="*/ 52200 h 51840"/>
              </a:gdLst>
              <a:ahLst/>
              <a:rect l="textAreaLeft" t="textAreaTop" r="textAreaRight" b="textAreaBottom"/>
              <a:pathLst>
                <a:path w="4816592" h="13786">
                  <a:moveTo>
                    <a:pt x="0" y="0"/>
                  </a:moveTo>
                  <a:lnTo>
                    <a:pt x="4816592" y="0"/>
                  </a:lnTo>
                  <a:lnTo>
                    <a:pt x="4816592" y="13786"/>
                  </a:lnTo>
                  <a:lnTo>
                    <a:pt x="0" y="13786"/>
                  </a:lnTo>
                  <a:close/>
                </a:path>
              </a:pathLst>
            </a:custGeom>
            <a:solidFill>
              <a:srgbClr val="0141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6" name="TextBox 32"/>
            <p:cNvSpPr/>
            <p:nvPr/>
          </p:nvSpPr>
          <p:spPr>
            <a:xfrm>
              <a:off x="-19080" y="617760"/>
              <a:ext cx="18287640" cy="19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37" name="Group 33"/>
          <p:cNvGrpSpPr/>
          <p:nvPr/>
        </p:nvGrpSpPr>
        <p:grpSpPr>
          <a:xfrm>
            <a:off x="819360" y="670320"/>
            <a:ext cx="17468280" cy="594720"/>
            <a:chOff x="819360" y="670320"/>
            <a:chExt cx="17468280" cy="594720"/>
          </a:xfrm>
        </p:grpSpPr>
        <p:sp>
          <p:nvSpPr>
            <p:cNvPr id="1838" name="Freeform 34"/>
            <p:cNvSpPr/>
            <p:nvPr/>
          </p:nvSpPr>
          <p:spPr>
            <a:xfrm>
              <a:off x="819360" y="815040"/>
              <a:ext cx="17468280" cy="450000"/>
            </a:xfrm>
            <a:custGeom>
              <a:avLst/>
              <a:gdLst>
                <a:gd name="textAreaLeft" fmla="*/ 0 w 17468280"/>
                <a:gd name="textAreaRight" fmla="*/ 17468640 w 1746828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4600770" h="118584">
                  <a:moveTo>
                    <a:pt x="0" y="0"/>
                  </a:moveTo>
                  <a:lnTo>
                    <a:pt x="4600770" y="0"/>
                  </a:lnTo>
                  <a:lnTo>
                    <a:pt x="460077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9" name="TextBox 35"/>
            <p:cNvSpPr/>
            <p:nvPr/>
          </p:nvSpPr>
          <p:spPr>
            <a:xfrm>
              <a:off x="819360" y="670320"/>
              <a:ext cx="1746828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40" name="Group 36"/>
          <p:cNvGrpSpPr/>
          <p:nvPr/>
        </p:nvGrpSpPr>
        <p:grpSpPr>
          <a:xfrm>
            <a:off x="838440" y="681840"/>
            <a:ext cx="1393920" cy="594720"/>
            <a:chOff x="838440" y="681840"/>
            <a:chExt cx="1393920" cy="594720"/>
          </a:xfrm>
        </p:grpSpPr>
        <p:sp>
          <p:nvSpPr>
            <p:cNvPr id="1841" name="Freeform 37"/>
            <p:cNvSpPr/>
            <p:nvPr/>
          </p:nvSpPr>
          <p:spPr>
            <a:xfrm>
              <a:off x="838440" y="826560"/>
              <a:ext cx="1393920" cy="450000"/>
            </a:xfrm>
            <a:custGeom>
              <a:avLst/>
              <a:gdLst>
                <a:gd name="textAreaLeft" fmla="*/ 0 w 1393920"/>
                <a:gd name="textAreaRight" fmla="*/ 1394280 w 1393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7254" h="118584">
                  <a:moveTo>
                    <a:pt x="0" y="0"/>
                  </a:moveTo>
                  <a:lnTo>
                    <a:pt x="367254" y="0"/>
                  </a:lnTo>
                  <a:lnTo>
                    <a:pt x="36725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42" name="TextBox 38"/>
            <p:cNvSpPr/>
            <p:nvPr/>
          </p:nvSpPr>
          <p:spPr>
            <a:xfrm>
              <a:off x="838440" y="681840"/>
              <a:ext cx="1393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43" name="Group 39"/>
          <p:cNvGrpSpPr/>
          <p:nvPr/>
        </p:nvGrpSpPr>
        <p:grpSpPr>
          <a:xfrm>
            <a:off x="2233080" y="681840"/>
            <a:ext cx="1517040" cy="594720"/>
            <a:chOff x="2233080" y="681840"/>
            <a:chExt cx="1517040" cy="594720"/>
          </a:xfrm>
        </p:grpSpPr>
        <p:sp>
          <p:nvSpPr>
            <p:cNvPr id="1844" name="Freeform 40"/>
            <p:cNvSpPr/>
            <p:nvPr/>
          </p:nvSpPr>
          <p:spPr>
            <a:xfrm>
              <a:off x="2233080" y="826560"/>
              <a:ext cx="1517040" cy="450000"/>
            </a:xfrm>
            <a:custGeom>
              <a:avLst/>
              <a:gdLst>
                <a:gd name="textAreaLeft" fmla="*/ 0 w 1517040"/>
                <a:gd name="textAreaRight" fmla="*/ 1517400 w 15170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99658" h="118584">
                  <a:moveTo>
                    <a:pt x="0" y="0"/>
                  </a:moveTo>
                  <a:lnTo>
                    <a:pt x="399658" y="0"/>
                  </a:lnTo>
                  <a:lnTo>
                    <a:pt x="39965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45" name="TextBox 41"/>
            <p:cNvSpPr/>
            <p:nvPr/>
          </p:nvSpPr>
          <p:spPr>
            <a:xfrm>
              <a:off x="2233080" y="681840"/>
              <a:ext cx="15170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46" name="Group 42"/>
          <p:cNvGrpSpPr/>
          <p:nvPr/>
        </p:nvGrpSpPr>
        <p:grpSpPr>
          <a:xfrm>
            <a:off x="3740760" y="681840"/>
            <a:ext cx="1366920" cy="594720"/>
            <a:chOff x="3740760" y="681840"/>
            <a:chExt cx="1366920" cy="594720"/>
          </a:xfrm>
        </p:grpSpPr>
        <p:sp>
          <p:nvSpPr>
            <p:cNvPr id="1847" name="Freeform 43"/>
            <p:cNvSpPr/>
            <p:nvPr/>
          </p:nvSpPr>
          <p:spPr>
            <a:xfrm>
              <a:off x="3740760" y="826560"/>
              <a:ext cx="1366920" cy="450000"/>
            </a:xfrm>
            <a:custGeom>
              <a:avLst/>
              <a:gdLst>
                <a:gd name="textAreaLeft" fmla="*/ 0 w 1366920"/>
                <a:gd name="textAreaRight" fmla="*/ 1367280 w 1366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0095" h="118584">
                  <a:moveTo>
                    <a:pt x="0" y="0"/>
                  </a:moveTo>
                  <a:lnTo>
                    <a:pt x="360095" y="0"/>
                  </a:lnTo>
                  <a:lnTo>
                    <a:pt x="360095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48" name="TextBox 44"/>
            <p:cNvSpPr/>
            <p:nvPr/>
          </p:nvSpPr>
          <p:spPr>
            <a:xfrm>
              <a:off x="3740760" y="681840"/>
              <a:ext cx="1366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49" name="Group 45"/>
          <p:cNvGrpSpPr/>
          <p:nvPr/>
        </p:nvGrpSpPr>
        <p:grpSpPr>
          <a:xfrm>
            <a:off x="5108040" y="684720"/>
            <a:ext cx="1385640" cy="594720"/>
            <a:chOff x="5108040" y="684720"/>
            <a:chExt cx="1385640" cy="594720"/>
          </a:xfrm>
        </p:grpSpPr>
        <p:sp>
          <p:nvSpPr>
            <p:cNvPr id="1850" name="Freeform 46"/>
            <p:cNvSpPr/>
            <p:nvPr/>
          </p:nvSpPr>
          <p:spPr>
            <a:xfrm>
              <a:off x="5108040" y="829080"/>
              <a:ext cx="1385640" cy="450000"/>
            </a:xfrm>
            <a:custGeom>
              <a:avLst/>
              <a:gdLst>
                <a:gd name="textAreaLeft" fmla="*/ 0 w 1385640"/>
                <a:gd name="textAreaRight" fmla="*/ 1386000 w 1385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5011" h="118584">
                  <a:moveTo>
                    <a:pt x="0" y="0"/>
                  </a:moveTo>
                  <a:lnTo>
                    <a:pt x="365011" y="0"/>
                  </a:lnTo>
                  <a:lnTo>
                    <a:pt x="365011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1" name="TextBox 47"/>
            <p:cNvSpPr/>
            <p:nvPr/>
          </p:nvSpPr>
          <p:spPr>
            <a:xfrm>
              <a:off x="5108040" y="684720"/>
              <a:ext cx="1385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52" name="Group 48"/>
          <p:cNvGrpSpPr/>
          <p:nvPr/>
        </p:nvGrpSpPr>
        <p:grpSpPr>
          <a:xfrm>
            <a:off x="6494040" y="684720"/>
            <a:ext cx="1029600" cy="594720"/>
            <a:chOff x="6494040" y="684720"/>
            <a:chExt cx="1029600" cy="594720"/>
          </a:xfrm>
        </p:grpSpPr>
        <p:sp>
          <p:nvSpPr>
            <p:cNvPr id="1853" name="Freeform 49"/>
            <p:cNvSpPr/>
            <p:nvPr/>
          </p:nvSpPr>
          <p:spPr>
            <a:xfrm>
              <a:off x="6494040" y="829080"/>
              <a:ext cx="1029600" cy="450000"/>
            </a:xfrm>
            <a:custGeom>
              <a:avLst/>
              <a:gdLst>
                <a:gd name="textAreaLeft" fmla="*/ 0 w 1029600"/>
                <a:gd name="textAreaRight" fmla="*/ 1029960 w 102960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71288" h="118584">
                  <a:moveTo>
                    <a:pt x="0" y="0"/>
                  </a:moveTo>
                  <a:lnTo>
                    <a:pt x="271288" y="0"/>
                  </a:lnTo>
                  <a:lnTo>
                    <a:pt x="271288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4" name="TextBox 50"/>
            <p:cNvSpPr/>
            <p:nvPr/>
          </p:nvSpPr>
          <p:spPr>
            <a:xfrm>
              <a:off x="6494040" y="684720"/>
              <a:ext cx="102960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55" name="Group 51"/>
          <p:cNvGrpSpPr/>
          <p:nvPr/>
        </p:nvGrpSpPr>
        <p:grpSpPr>
          <a:xfrm>
            <a:off x="7524000" y="684720"/>
            <a:ext cx="1102320" cy="594720"/>
            <a:chOff x="7524000" y="684720"/>
            <a:chExt cx="1102320" cy="594720"/>
          </a:xfrm>
        </p:grpSpPr>
        <p:sp>
          <p:nvSpPr>
            <p:cNvPr id="1856" name="Freeform 52"/>
            <p:cNvSpPr/>
            <p:nvPr/>
          </p:nvSpPr>
          <p:spPr>
            <a:xfrm>
              <a:off x="7524000" y="829080"/>
              <a:ext cx="1102320" cy="450000"/>
            </a:xfrm>
            <a:custGeom>
              <a:avLst/>
              <a:gdLst>
                <a:gd name="textAreaLeft" fmla="*/ 0 w 1102320"/>
                <a:gd name="textAreaRight" fmla="*/ 1102680 w 11023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90417" h="118584">
                  <a:moveTo>
                    <a:pt x="0" y="0"/>
                  </a:moveTo>
                  <a:lnTo>
                    <a:pt x="290417" y="0"/>
                  </a:lnTo>
                  <a:lnTo>
                    <a:pt x="29041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7" name="TextBox 53"/>
            <p:cNvSpPr/>
            <p:nvPr/>
          </p:nvSpPr>
          <p:spPr>
            <a:xfrm>
              <a:off x="7524000" y="684720"/>
              <a:ext cx="11023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858" name="TextBox 54"/>
          <p:cNvSpPr/>
          <p:nvPr/>
        </p:nvSpPr>
        <p:spPr>
          <a:xfrm>
            <a:off x="1917360" y="1748520"/>
            <a:ext cx="488304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111"/>
              </a:lnSpc>
            </a:pPr>
            <a:r>
              <a:rPr b="1" lang="en-US" sz="4370" spc="596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HTML HEADERS</a:t>
            </a:r>
            <a:endParaRPr b="0" lang="en-PH" sz="43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9" name="TextBox 55"/>
          <p:cNvSpPr/>
          <p:nvPr/>
        </p:nvSpPr>
        <p:spPr>
          <a:xfrm>
            <a:off x="9237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File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0" name="TextBox 56"/>
          <p:cNvSpPr/>
          <p:nvPr/>
        </p:nvSpPr>
        <p:spPr>
          <a:xfrm>
            <a:off x="174060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Edit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1" name="TextBox 57"/>
          <p:cNvSpPr/>
          <p:nvPr/>
        </p:nvSpPr>
        <p:spPr>
          <a:xfrm>
            <a:off x="2556720" y="177480"/>
            <a:ext cx="119340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Selection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2" name="TextBox 58"/>
          <p:cNvSpPr/>
          <p:nvPr/>
        </p:nvSpPr>
        <p:spPr>
          <a:xfrm>
            <a:off x="4035960" y="17748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View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3" name="TextBox 59"/>
          <p:cNvSpPr/>
          <p:nvPr/>
        </p:nvSpPr>
        <p:spPr>
          <a:xfrm>
            <a:off x="4852440" y="162360"/>
            <a:ext cx="2649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Go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4" name="TextBox 60"/>
          <p:cNvSpPr/>
          <p:nvPr/>
        </p:nvSpPr>
        <p:spPr>
          <a:xfrm>
            <a:off x="5403240" y="177480"/>
            <a:ext cx="3974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Run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5" name="TextBox 61"/>
          <p:cNvSpPr/>
          <p:nvPr/>
        </p:nvSpPr>
        <p:spPr>
          <a:xfrm>
            <a:off x="6086880" y="1623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Terminal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6" name="TextBox 62"/>
          <p:cNvSpPr/>
          <p:nvPr/>
        </p:nvSpPr>
        <p:spPr>
          <a:xfrm>
            <a:off x="7433640" y="162360"/>
            <a:ext cx="5302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Help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7" name="TextBox 63"/>
          <p:cNvSpPr/>
          <p:nvPr/>
        </p:nvSpPr>
        <p:spPr>
          <a:xfrm>
            <a:off x="1028880" y="821160"/>
            <a:ext cx="1060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Headings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8" name="TextBox 64"/>
          <p:cNvSpPr/>
          <p:nvPr/>
        </p:nvSpPr>
        <p:spPr>
          <a:xfrm>
            <a:off x="2379600" y="821160"/>
            <a:ext cx="12045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Paragraph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9" name="TextBox 65"/>
          <p:cNvSpPr/>
          <p:nvPr/>
        </p:nvSpPr>
        <p:spPr>
          <a:xfrm>
            <a:off x="3903480" y="8348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H_Rules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0" name="TextBox 66"/>
          <p:cNvSpPr/>
          <p:nvPr/>
        </p:nvSpPr>
        <p:spPr>
          <a:xfrm>
            <a:off x="5257800" y="835560"/>
            <a:ext cx="108576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L_Breaks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1" name="TextBox 67"/>
          <p:cNvSpPr/>
          <p:nvPr/>
        </p:nvSpPr>
        <p:spPr>
          <a:xfrm>
            <a:off x="6617520" y="834840"/>
            <a:ext cx="749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Links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2" name="TextBox 68"/>
          <p:cNvSpPr/>
          <p:nvPr/>
        </p:nvSpPr>
        <p:spPr>
          <a:xfrm>
            <a:off x="7608240" y="835560"/>
            <a:ext cx="934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Images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873" name="Group 69"/>
          <p:cNvGrpSpPr/>
          <p:nvPr/>
        </p:nvGrpSpPr>
        <p:grpSpPr>
          <a:xfrm>
            <a:off x="8626680" y="684720"/>
            <a:ext cx="1195920" cy="594720"/>
            <a:chOff x="8626680" y="684720"/>
            <a:chExt cx="1195920" cy="594720"/>
          </a:xfrm>
        </p:grpSpPr>
        <p:sp>
          <p:nvSpPr>
            <p:cNvPr id="1874" name="Freeform 70"/>
            <p:cNvSpPr/>
            <p:nvPr/>
          </p:nvSpPr>
          <p:spPr>
            <a:xfrm>
              <a:off x="8626680" y="829080"/>
              <a:ext cx="1195920" cy="450000"/>
            </a:xfrm>
            <a:custGeom>
              <a:avLst/>
              <a:gdLst>
                <a:gd name="textAreaLeft" fmla="*/ 0 w 1195920"/>
                <a:gd name="textAreaRight" fmla="*/ 1196280 w 119592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15080" h="118584">
                  <a:moveTo>
                    <a:pt x="0" y="0"/>
                  </a:moveTo>
                  <a:lnTo>
                    <a:pt x="315080" y="0"/>
                  </a:lnTo>
                  <a:lnTo>
                    <a:pt x="315080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75" name="TextBox 71"/>
            <p:cNvSpPr/>
            <p:nvPr/>
          </p:nvSpPr>
          <p:spPr>
            <a:xfrm>
              <a:off x="8626680" y="684720"/>
              <a:ext cx="11959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876" name="TextBox 72"/>
          <p:cNvSpPr/>
          <p:nvPr/>
        </p:nvSpPr>
        <p:spPr>
          <a:xfrm>
            <a:off x="8694360" y="824040"/>
            <a:ext cx="1060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Favicon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877" name="Group 73"/>
          <p:cNvGrpSpPr/>
          <p:nvPr/>
        </p:nvGrpSpPr>
        <p:grpSpPr>
          <a:xfrm>
            <a:off x="2233080" y="4677480"/>
            <a:ext cx="494280" cy="678960"/>
            <a:chOff x="2233080" y="4677480"/>
            <a:chExt cx="494280" cy="678960"/>
          </a:xfrm>
        </p:grpSpPr>
        <p:sp>
          <p:nvSpPr>
            <p:cNvPr id="1878" name="Freeform 74"/>
            <p:cNvSpPr/>
            <p:nvPr/>
          </p:nvSpPr>
          <p:spPr>
            <a:xfrm>
              <a:off x="2233080" y="4821840"/>
              <a:ext cx="494280" cy="534240"/>
            </a:xfrm>
            <a:custGeom>
              <a:avLst/>
              <a:gdLst>
                <a:gd name="textAreaLeft" fmla="*/ 0 w 494280"/>
                <a:gd name="textAreaRight" fmla="*/ 494640 w 49428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130267" h="140842">
                  <a:moveTo>
                    <a:pt x="0" y="0"/>
                  </a:moveTo>
                  <a:lnTo>
                    <a:pt x="130267" y="0"/>
                  </a:lnTo>
                  <a:lnTo>
                    <a:pt x="130267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79" name="TextBox 75"/>
            <p:cNvSpPr/>
            <p:nvPr/>
          </p:nvSpPr>
          <p:spPr>
            <a:xfrm>
              <a:off x="2233080" y="4677480"/>
              <a:ext cx="49428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80" name="Group 76"/>
          <p:cNvGrpSpPr/>
          <p:nvPr/>
        </p:nvGrpSpPr>
        <p:grpSpPr>
          <a:xfrm>
            <a:off x="5348520" y="3630600"/>
            <a:ext cx="858960" cy="667800"/>
            <a:chOff x="5348520" y="3630600"/>
            <a:chExt cx="858960" cy="667800"/>
          </a:xfrm>
        </p:grpSpPr>
        <p:sp>
          <p:nvSpPr>
            <p:cNvPr id="1881" name="Freeform 77"/>
            <p:cNvSpPr/>
            <p:nvPr/>
          </p:nvSpPr>
          <p:spPr>
            <a:xfrm>
              <a:off x="5348520" y="3775320"/>
              <a:ext cx="858960" cy="523080"/>
            </a:xfrm>
            <a:custGeom>
              <a:avLst/>
              <a:gdLst>
                <a:gd name="textAreaLeft" fmla="*/ 0 w 858960"/>
                <a:gd name="textAreaRight" fmla="*/ 859320 w 85896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26331" h="137899">
                  <a:moveTo>
                    <a:pt x="0" y="0"/>
                  </a:moveTo>
                  <a:lnTo>
                    <a:pt x="226331" y="0"/>
                  </a:lnTo>
                  <a:lnTo>
                    <a:pt x="226331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82" name="TextBox 78"/>
            <p:cNvSpPr/>
            <p:nvPr/>
          </p:nvSpPr>
          <p:spPr>
            <a:xfrm>
              <a:off x="5348520" y="3630600"/>
              <a:ext cx="85896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83" name="Group 79"/>
          <p:cNvGrpSpPr/>
          <p:nvPr/>
        </p:nvGrpSpPr>
        <p:grpSpPr>
          <a:xfrm>
            <a:off x="10717560" y="3630600"/>
            <a:ext cx="961920" cy="667800"/>
            <a:chOff x="10717560" y="3630600"/>
            <a:chExt cx="961920" cy="667800"/>
          </a:xfrm>
        </p:grpSpPr>
        <p:sp>
          <p:nvSpPr>
            <p:cNvPr id="1884" name="Freeform 80"/>
            <p:cNvSpPr/>
            <p:nvPr/>
          </p:nvSpPr>
          <p:spPr>
            <a:xfrm>
              <a:off x="10717560" y="3775320"/>
              <a:ext cx="961920" cy="523080"/>
            </a:xfrm>
            <a:custGeom>
              <a:avLst/>
              <a:gdLst>
                <a:gd name="textAreaLeft" fmla="*/ 0 w 961920"/>
                <a:gd name="textAreaRight" fmla="*/ 962280 w 961920"/>
                <a:gd name="textAreaTop" fmla="*/ 0 h 523080"/>
                <a:gd name="textAreaBottom" fmla="*/ 523440 h 523080"/>
              </a:gdLst>
              <a:ahLst/>
              <a:rect l="textAreaLeft" t="textAreaTop" r="textAreaRight" b="textAreaBottom"/>
              <a:pathLst>
                <a:path w="253486" h="137899">
                  <a:moveTo>
                    <a:pt x="0" y="0"/>
                  </a:moveTo>
                  <a:lnTo>
                    <a:pt x="253486" y="0"/>
                  </a:lnTo>
                  <a:lnTo>
                    <a:pt x="253486" y="137899"/>
                  </a:lnTo>
                  <a:lnTo>
                    <a:pt x="0" y="137899"/>
                  </a:lnTo>
                  <a:close/>
                </a:path>
              </a:pathLst>
            </a:custGeom>
            <a:solidFill>
              <a:srgbClr val="00bf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85" name="TextBox 81"/>
            <p:cNvSpPr/>
            <p:nvPr/>
          </p:nvSpPr>
          <p:spPr>
            <a:xfrm>
              <a:off x="10717560" y="3630600"/>
              <a:ext cx="961920" cy="66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86" name="Group 82"/>
          <p:cNvGrpSpPr/>
          <p:nvPr/>
        </p:nvGrpSpPr>
        <p:grpSpPr>
          <a:xfrm>
            <a:off x="5318640" y="4731480"/>
            <a:ext cx="2756160" cy="678960"/>
            <a:chOff x="5318640" y="4731480"/>
            <a:chExt cx="2756160" cy="678960"/>
          </a:xfrm>
        </p:grpSpPr>
        <p:sp>
          <p:nvSpPr>
            <p:cNvPr id="1887" name="Freeform 83"/>
            <p:cNvSpPr/>
            <p:nvPr/>
          </p:nvSpPr>
          <p:spPr>
            <a:xfrm>
              <a:off x="5318640" y="4876200"/>
              <a:ext cx="2756160" cy="534240"/>
            </a:xfrm>
            <a:custGeom>
              <a:avLst/>
              <a:gdLst>
                <a:gd name="textAreaLeft" fmla="*/ 0 w 2756160"/>
                <a:gd name="textAreaRight" fmla="*/ 2756520 w 2756160"/>
                <a:gd name="textAreaTop" fmla="*/ 0 h 534240"/>
                <a:gd name="textAreaBottom" fmla="*/ 534600 h 534240"/>
              </a:gdLst>
              <a:ahLst/>
              <a:rect l="textAreaLeft" t="textAreaTop" r="textAreaRight" b="textAreaBottom"/>
              <a:pathLst>
                <a:path w="726029" h="140842">
                  <a:moveTo>
                    <a:pt x="0" y="0"/>
                  </a:moveTo>
                  <a:lnTo>
                    <a:pt x="726029" y="0"/>
                  </a:lnTo>
                  <a:lnTo>
                    <a:pt x="726029" y="140842"/>
                  </a:lnTo>
                  <a:lnTo>
                    <a:pt x="0" y="140842"/>
                  </a:lnTo>
                  <a:close/>
                </a:path>
              </a:pathLst>
            </a:custGeom>
            <a:solidFill>
              <a:srgbClr val="5e17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88" name="TextBox 84"/>
            <p:cNvSpPr/>
            <p:nvPr/>
          </p:nvSpPr>
          <p:spPr>
            <a:xfrm>
              <a:off x="5318640" y="4731480"/>
              <a:ext cx="2756160" cy="67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889" name="TextBox 85"/>
          <p:cNvSpPr/>
          <p:nvPr/>
        </p:nvSpPr>
        <p:spPr>
          <a:xfrm>
            <a:off x="2233080" y="3061080"/>
            <a:ext cx="14889960" cy="28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Sometimes you want your cells to be table header cells. In those cases use the &lt;th&gt; tag instead of the &lt;td&gt; tag: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r>
              <a:rPr b="0" lang="en-US" sz="3190" spc="-1" strike="noStrike">
                <a:solidFill>
                  <a:srgbClr val="ffffff"/>
                </a:solidFill>
                <a:latin typeface="Consolas"/>
                <a:ea typeface="Consolas"/>
              </a:rPr>
              <a:t>th stands for table header.</a:t>
            </a:r>
            <a:endParaRPr b="0" lang="en-PH" sz="31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476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890" name="Group 86"/>
          <p:cNvGrpSpPr/>
          <p:nvPr/>
        </p:nvGrpSpPr>
        <p:grpSpPr>
          <a:xfrm>
            <a:off x="1740600" y="4950360"/>
            <a:ext cx="277920" cy="277920"/>
            <a:chOff x="1740600" y="4950360"/>
            <a:chExt cx="277920" cy="277920"/>
          </a:xfrm>
        </p:grpSpPr>
        <p:sp>
          <p:nvSpPr>
            <p:cNvPr id="1891" name="Freeform 87"/>
            <p:cNvSpPr/>
            <p:nvPr/>
          </p:nvSpPr>
          <p:spPr>
            <a:xfrm>
              <a:off x="1740600" y="4950360"/>
              <a:ext cx="277920" cy="277920"/>
            </a:xfrm>
            <a:custGeom>
              <a:avLst/>
              <a:gdLst>
                <a:gd name="textAreaLeft" fmla="*/ 0 w 277920"/>
                <a:gd name="textAreaRight" fmla="*/ 278280 w 277920"/>
                <a:gd name="textAreaTop" fmla="*/ 0 h 277920"/>
                <a:gd name="textAreaBottom" fmla="*/ 278280 h 2779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92" name="TextBox 88"/>
            <p:cNvSpPr/>
            <p:nvPr/>
          </p:nvSpPr>
          <p:spPr>
            <a:xfrm>
              <a:off x="1766520" y="4963320"/>
              <a:ext cx="225720" cy="23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93" name="Group 89"/>
          <p:cNvGrpSpPr/>
          <p:nvPr/>
        </p:nvGrpSpPr>
        <p:grpSpPr>
          <a:xfrm>
            <a:off x="9821880" y="684720"/>
            <a:ext cx="890640" cy="594720"/>
            <a:chOff x="9821880" y="684720"/>
            <a:chExt cx="890640" cy="594720"/>
          </a:xfrm>
        </p:grpSpPr>
        <p:sp>
          <p:nvSpPr>
            <p:cNvPr id="1894" name="Freeform 90"/>
            <p:cNvSpPr/>
            <p:nvPr/>
          </p:nvSpPr>
          <p:spPr>
            <a:xfrm>
              <a:off x="9821880" y="829080"/>
              <a:ext cx="890640" cy="450000"/>
            </a:xfrm>
            <a:custGeom>
              <a:avLst/>
              <a:gdLst>
                <a:gd name="textAreaLeft" fmla="*/ 0 w 890640"/>
                <a:gd name="textAreaRight" fmla="*/ 891000 w 89064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234647" h="118584">
                  <a:moveTo>
                    <a:pt x="0" y="0"/>
                  </a:moveTo>
                  <a:lnTo>
                    <a:pt x="234647" y="0"/>
                  </a:lnTo>
                  <a:lnTo>
                    <a:pt x="234647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14131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95" name="TextBox 91"/>
            <p:cNvSpPr/>
            <p:nvPr/>
          </p:nvSpPr>
          <p:spPr>
            <a:xfrm>
              <a:off x="9821880" y="684720"/>
              <a:ext cx="89064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896" name="TextBox 92"/>
          <p:cNvSpPr/>
          <p:nvPr/>
        </p:nvSpPr>
        <p:spPr>
          <a:xfrm>
            <a:off x="9822960" y="834840"/>
            <a:ext cx="889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Lists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897" name="Group 93"/>
          <p:cNvGrpSpPr/>
          <p:nvPr/>
        </p:nvGrpSpPr>
        <p:grpSpPr>
          <a:xfrm>
            <a:off x="10712880" y="695520"/>
            <a:ext cx="1373760" cy="594720"/>
            <a:chOff x="10712880" y="695520"/>
            <a:chExt cx="1373760" cy="594720"/>
          </a:xfrm>
        </p:grpSpPr>
        <p:sp>
          <p:nvSpPr>
            <p:cNvPr id="1898" name="Freeform 94"/>
            <p:cNvSpPr/>
            <p:nvPr/>
          </p:nvSpPr>
          <p:spPr>
            <a:xfrm>
              <a:off x="10712880" y="840240"/>
              <a:ext cx="1373760" cy="450000"/>
            </a:xfrm>
            <a:custGeom>
              <a:avLst/>
              <a:gdLst>
                <a:gd name="textAreaLeft" fmla="*/ 0 w 1373760"/>
                <a:gd name="textAreaRight" fmla="*/ 1374120 w 1373760"/>
                <a:gd name="textAreaTop" fmla="*/ 0 h 450000"/>
                <a:gd name="textAreaBottom" fmla="*/ 450360 h 450000"/>
              </a:gdLst>
              <a:ahLst/>
              <a:rect l="textAreaLeft" t="textAreaTop" r="textAreaRight" b="textAreaBottom"/>
              <a:pathLst>
                <a:path w="361904" h="118584">
                  <a:moveTo>
                    <a:pt x="0" y="0"/>
                  </a:moveTo>
                  <a:lnTo>
                    <a:pt x="361904" y="0"/>
                  </a:lnTo>
                  <a:lnTo>
                    <a:pt x="361904" y="118584"/>
                  </a:lnTo>
                  <a:lnTo>
                    <a:pt x="0" y="118584"/>
                  </a:lnTo>
                  <a:close/>
                </a:path>
              </a:pathLst>
            </a:custGeom>
            <a:solidFill>
              <a:srgbClr val="2322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99" name="TextBox 95"/>
            <p:cNvSpPr/>
            <p:nvPr/>
          </p:nvSpPr>
          <p:spPr>
            <a:xfrm>
              <a:off x="10712880" y="695520"/>
              <a:ext cx="137376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900" name="TextBox 96"/>
          <p:cNvSpPr/>
          <p:nvPr/>
        </p:nvSpPr>
        <p:spPr>
          <a:xfrm>
            <a:off x="10817640" y="834840"/>
            <a:ext cx="862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9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  <a:ea typeface="Consolas"/>
              </a:rPr>
              <a:t>Table</a:t>
            </a:r>
            <a:endParaRPr b="0" lang="en-PH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1" name="Freeform 97"/>
          <p:cNvSpPr/>
          <p:nvPr/>
        </p:nvSpPr>
        <p:spPr>
          <a:xfrm>
            <a:off x="11746800" y="1002960"/>
            <a:ext cx="128160" cy="123840"/>
          </a:xfrm>
          <a:custGeom>
            <a:avLst/>
            <a:gdLst>
              <a:gd name="textAreaLeft" fmla="*/ 0 w 128160"/>
              <a:gd name="textAreaRight" fmla="*/ 128520 w 128160"/>
              <a:gd name="textAreaTop" fmla="*/ 0 h 123840"/>
              <a:gd name="textAreaBottom" fmla="*/ 124200 h 123840"/>
            </a:gdLst>
            <a:ahLst/>
            <a:rect l="textAreaLeft" t="textAreaTop" r="textAreaRight" b="textAreaBottom"/>
            <a:pathLst>
              <a:path w="128586" h="124378">
                <a:moveTo>
                  <a:pt x="0" y="0"/>
                </a:moveTo>
                <a:lnTo>
                  <a:pt x="128586" y="0"/>
                </a:lnTo>
                <a:lnTo>
                  <a:pt x="128586" y="124378"/>
                </a:lnTo>
                <a:lnTo>
                  <a:pt x="0" y="1243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03" name="Group 3"/>
          <p:cNvGrpSpPr/>
          <p:nvPr/>
        </p:nvGrpSpPr>
        <p:grpSpPr>
          <a:xfrm>
            <a:off x="7526520" y="5039280"/>
            <a:ext cx="6234120" cy="1437120"/>
            <a:chOff x="7526520" y="5039280"/>
            <a:chExt cx="6234120" cy="1437120"/>
          </a:xfrm>
        </p:grpSpPr>
        <p:sp>
          <p:nvSpPr>
            <p:cNvPr id="1904" name="Freeform 4"/>
            <p:cNvSpPr/>
            <p:nvPr/>
          </p:nvSpPr>
          <p:spPr>
            <a:xfrm>
              <a:off x="7526520" y="5234400"/>
              <a:ext cx="6234120" cy="1242000"/>
            </a:xfrm>
            <a:custGeom>
              <a:avLst/>
              <a:gdLst>
                <a:gd name="textAreaLeft" fmla="*/ 0 w 6234120"/>
                <a:gd name="textAreaRight" fmla="*/ 6234480 w 6234120"/>
                <a:gd name="textAreaTop" fmla="*/ 0 h 1242000"/>
                <a:gd name="textAreaBottom" fmla="*/ 1242360 h 1242000"/>
              </a:gdLst>
              <a:ahLst/>
              <a:rect l="textAreaLeft" t="textAreaTop" r="textAreaRight" b="textAreaBottom"/>
              <a:pathLst>
                <a:path w="1217713" h="242653">
                  <a:moveTo>
                    <a:pt x="0" y="0"/>
                  </a:moveTo>
                  <a:lnTo>
                    <a:pt x="1217713" y="0"/>
                  </a:lnTo>
                  <a:lnTo>
                    <a:pt x="1217713" y="242653"/>
                  </a:lnTo>
                  <a:lnTo>
                    <a:pt x="0" y="242653"/>
                  </a:lnTo>
                  <a:close/>
                </a:path>
              </a:pathLst>
            </a:custGeom>
            <a:solidFill>
              <a:srgbClr val="f165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05" name="TextBox 5"/>
            <p:cNvSpPr/>
            <p:nvPr/>
          </p:nvSpPr>
          <p:spPr>
            <a:xfrm>
              <a:off x="7526520" y="5039280"/>
              <a:ext cx="6234120" cy="143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4800" rIns="64800" tIns="64800" bIns="6480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906" name="TextBox 6"/>
          <p:cNvSpPr/>
          <p:nvPr/>
        </p:nvSpPr>
        <p:spPr>
          <a:xfrm>
            <a:off x="4882680" y="3648240"/>
            <a:ext cx="8877960" cy="43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310"/>
              </a:lnSpc>
            </a:pPr>
            <a:r>
              <a:rPr b="1" lang="en-US" sz="8080" spc="1104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THANK YOU FOR LISTENING</a:t>
            </a:r>
            <a:endParaRPr b="0" lang="en-PH" sz="8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7" name="TextBox 7"/>
          <p:cNvSpPr/>
          <p:nvPr/>
        </p:nvSpPr>
        <p:spPr>
          <a:xfrm>
            <a:off x="4660560" y="3892320"/>
            <a:ext cx="1000080" cy="169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687"/>
              </a:lnSpc>
            </a:pPr>
            <a:r>
              <a:rPr b="1" lang="en-US" sz="4780" spc="-1" strike="noStrike">
                <a:solidFill>
                  <a:srgbClr val="ffffff"/>
                </a:solidFill>
                <a:latin typeface="Consolas Bold"/>
                <a:ea typeface="Consolas Bold"/>
              </a:rPr>
              <a:t>&lt;p&gt;</a:t>
            </a:r>
            <a:endParaRPr b="0" lang="en-PH" sz="4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8" name="TextBox 8"/>
          <p:cNvSpPr/>
          <p:nvPr/>
        </p:nvSpPr>
        <p:spPr>
          <a:xfrm>
            <a:off x="13973040" y="5346360"/>
            <a:ext cx="1333440" cy="8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687"/>
              </a:lnSpc>
            </a:pPr>
            <a:r>
              <a:rPr b="1" lang="en-US" sz="4780" spc="-1" strike="noStrike">
                <a:solidFill>
                  <a:srgbClr val="ffffff"/>
                </a:solidFill>
                <a:latin typeface="Consolas Bold"/>
                <a:ea typeface="Consolas Bold"/>
              </a:rPr>
              <a:t>&lt;/p&gt;</a:t>
            </a:r>
            <a:endParaRPr b="0" lang="en-PH" sz="4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9" name="Freeform 9"/>
          <p:cNvSpPr/>
          <p:nvPr/>
        </p:nvSpPr>
        <p:spPr>
          <a:xfrm>
            <a:off x="8476200" y="7825320"/>
            <a:ext cx="1691280" cy="568800"/>
          </a:xfrm>
          <a:custGeom>
            <a:avLst/>
            <a:gdLst>
              <a:gd name="textAreaLeft" fmla="*/ 0 w 1691280"/>
              <a:gd name="textAreaRight" fmla="*/ 1691640 w 1691280"/>
              <a:gd name="textAreaTop" fmla="*/ 0 h 568800"/>
              <a:gd name="textAreaBottom" fmla="*/ 569160 h 568800"/>
            </a:gdLst>
            <a:ahLst/>
            <a:rect l="textAreaLeft" t="textAreaTop" r="textAreaRight" b="textAreaBottom"/>
            <a:pathLst>
              <a:path w="1691809" h="569063">
                <a:moveTo>
                  <a:pt x="0" y="0"/>
                </a:moveTo>
                <a:lnTo>
                  <a:pt x="1691808" y="0"/>
                </a:lnTo>
                <a:lnTo>
                  <a:pt x="1691808" y="569063"/>
                </a:lnTo>
                <a:lnTo>
                  <a:pt x="0" y="56906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0" name="TextBox 10"/>
          <p:cNvSpPr/>
          <p:nvPr/>
        </p:nvSpPr>
        <p:spPr>
          <a:xfrm>
            <a:off x="8246520" y="8433360"/>
            <a:ext cx="2151000" cy="4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593"/>
              </a:lnSpc>
            </a:pPr>
            <a:r>
              <a:rPr b="1" lang="en-US" sz="1140" spc="154" strike="noStrike">
                <a:solidFill>
                  <a:srgbClr val="ffffff"/>
                </a:solidFill>
                <a:latin typeface="TT Supermolot Neue Bold"/>
                <a:ea typeface="TT Supermolot Neue Bold"/>
              </a:rPr>
              <a:t>TUTORIAL FOR BEGINNERS</a:t>
            </a:r>
            <a:endParaRPr b="0" lang="en-PH" sz="11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DAHO2bG59Cg</dc:identifier>
  <dc:language>en-PH</dc:language>
  <cp:lastModifiedBy/>
  <dcterms:modified xsi:type="dcterms:W3CDTF">2026-07-10T07:56:23Z</dcterms:modified>
  <cp:revision>2</cp:revision>
  <dc:subject/>
  <dc:title>HTML Tutorial For Beginners Presentation in Blue Green Orange Purple Modern Style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