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media/image1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P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EA667B9-8984-46E2-B49F-67B56EAFC3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77D4B0D-98A5-4DBE-8910-BDE571A72B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FFD1EA6-6B06-43E5-B517-85D16BEBBB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P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337738B-30F7-4000-90CF-4BF13789E6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02D040F-C6B3-428B-A3A0-F26B6529AB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P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713916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8309160" y="2139480"/>
            <a:ext cx="713916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0AFD63F-9656-4E43-984B-8866AAABD5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3DBB176-E091-48AC-9E7B-ABF757716F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P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1F00E5F-8596-4E02-A63C-ACBE89C152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76766CA7-1C37-4FA6-BD9E-B5F61089A8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5421B8A-3822-4322-BAB6-98DB9C14ED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62F16E6-04E1-4CAF-A1D7-F5BE3022E8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881C59-D198-4749-84B6-FE273322AC5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BC99BA-D003-44B1-A189-DB75BBC11E9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B4D388C-3C9E-452A-BD40-71313023729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29680" cy="530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188288-92FA-4A54-8C04-C58E72326E3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1A7CDA-F100-4327-BD7B-BA5E7C85E00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12520" y="2139480"/>
            <a:ext cx="7138800" cy="530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8309160" y="2139480"/>
            <a:ext cx="7138800" cy="530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388D6C-464B-4801-9EE6-527BBFA4EA5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B9BFF2-6C58-41EB-8795-02037B93AD4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747636-71D6-4C2E-A560-387B453B9F8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B13A92-BA97-4651-A46B-507B13A2A4A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P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PH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PH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B1CBBA-0AF3-47E4-B0D3-49E29303CD3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D1710D-8A2F-4ABE-8D8F-8C34A65EF5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2" descr=""/>
          <p:cNvPicPr/>
          <p:nvPr/>
        </p:nvPicPr>
        <p:blipFill>
          <a:blip r:embed="rId1"/>
          <a:stretch/>
        </p:blipFill>
        <p:spPr>
          <a:xfrm>
            <a:off x="0" y="110160"/>
            <a:ext cx="16255440" cy="906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2" descr=""/>
          <p:cNvPicPr/>
          <p:nvPr/>
        </p:nvPicPr>
        <p:blipFill>
          <a:blip r:embed="rId1"/>
          <a:stretch/>
        </p:blipFill>
        <p:spPr>
          <a:xfrm>
            <a:off x="0" y="74160"/>
            <a:ext cx="16255440" cy="906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2" descr=""/>
          <p:cNvPicPr/>
          <p:nvPr/>
        </p:nvPicPr>
        <p:blipFill>
          <a:blip r:embed="rId1"/>
          <a:stretch/>
        </p:blipFill>
        <p:spPr>
          <a:xfrm>
            <a:off x="360" y="0"/>
            <a:ext cx="16255440" cy="906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"/>
          <p:cNvPicPr/>
          <p:nvPr/>
        </p:nvPicPr>
        <p:blipFill>
          <a:blip r:embed="rId1"/>
          <a:stretch/>
        </p:blipFill>
        <p:spPr>
          <a:xfrm>
            <a:off x="0" y="74160"/>
            <a:ext cx="16255440" cy="906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en-PH</dc:language>
  <cp:lastModifiedBy/>
  <dcterms:modified xsi:type="dcterms:W3CDTF">2026-07-03T14:20:46Z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