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0"/>
  </p:notesMasterIdLst>
  <p:sldIdLst>
    <p:sldId id="256" r:id="rId24"/>
    <p:sldId id="257" r:id="rId25"/>
    <p:sldId id="258" r:id="rId26"/>
    <p:sldId id="259" r:id="rId27"/>
    <p:sldId id="260" r:id="rId28"/>
    <p:sldId id="261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867833536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217882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7803338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PH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PH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6693520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9594603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693151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056389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E974AE2A-AC78-408E-BF38-761BE198B871}" type="slidenum"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44232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74970054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043192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05584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906399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796740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352C195-BC10-46A3-A69B-FD3AB323590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689484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9380409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873793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50421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57622276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723609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15888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4311868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3575786" name="PlaceHolder 3"/>
          <p:cNvSpPr>
            <a:spLocks noGrp="1"/>
          </p:cNvSpPr>
          <p:nvPr>
            <p:ph type="sldNum" idx="4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31008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72387206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PH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31356" name="PlaceHolder 3"/>
          <p:cNvSpPr>
            <a:spLocks noGrp="1"/>
          </p:cNvSpPr>
          <p:nvPr>
            <p:ph type="sldNum" idx="4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3269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827484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PH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980555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8811988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48C51B25-F315-4328-B1B7-CEF4269FAD29}" type="slidenum">
              <a:rPr/>
              <a:t>&lt;#&gt;</a:t>
            </a:fld>
            <a:endParaRPr/>
          </a:p>
        </p:txBody>
      </p:sp>
      <p:sp>
        <p:nvSpPr>
          <p:cNvPr id="162649629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10685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78224578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B9C3B1C2-A449-45FE-B9E6-86A412EBFCD8}" type="slidenum">
              <a:rPr/>
              <a:t>&lt;#&gt;</a:t>
            </a:fld>
            <a:endParaRPr/>
          </a:p>
        </p:txBody>
      </p:sp>
      <p:sp>
        <p:nvSpPr>
          <p:cNvPr id="663081247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675687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56258502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289A71E9-2E03-41DF-9B3A-BE21ABFEACB5}" type="slidenum">
              <a:rPr/>
              <a:t>&lt;#&gt;</a:t>
            </a:fld>
            <a:endParaRPr/>
          </a:p>
        </p:txBody>
      </p:sp>
      <p:sp>
        <p:nvSpPr>
          <p:cNvPr id="1627722881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6835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566004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1253496" name="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02920368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1AF79913-0B4E-42C8-ACA2-2DC9E1C700E1}" type="slidenum">
              <a:rPr/>
              <a:t>&lt;#&gt;</a:t>
            </a:fld>
            <a:endParaRPr/>
          </a:p>
        </p:txBody>
      </p:sp>
      <p:sp>
        <p:nvSpPr>
          <p:cNvPr id="977123525" name="PlaceHolder 5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499666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99144321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7DDDC9A4-D322-40C5-AE52-6AA6FF1D5AA2}" type="slidenum">
              <a:rPr/>
              <a:t>&lt;#&gt;</a:t>
            </a:fld>
            <a:endParaRPr/>
          </a:p>
        </p:txBody>
      </p:sp>
      <p:sp>
        <p:nvSpPr>
          <p:cNvPr id="187552274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61420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718016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404586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4674816" name="PlaceHolder 4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20366094" name="PlaceHolder 5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E0BE3EEB-2E3A-4BF9-B8B6-7A0E2A0E6108}" type="slidenum">
              <a:rPr/>
              <a:t>&lt;#&gt;</a:t>
            </a:fld>
            <a:endParaRPr/>
          </a:p>
        </p:txBody>
      </p:sp>
      <p:sp>
        <p:nvSpPr>
          <p:cNvPr id="1268283206" name="PlaceHolder 6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5099" name="PlaceHolder 1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08610051" name="PlaceHolder 2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63D2E318-3498-4ED4-B7D5-2F3058FE257A}" type="slidenum">
              <a:rPr/>
              <a:t>&lt;#&gt;</a:t>
            </a:fld>
            <a:endParaRPr/>
          </a:p>
        </p:txBody>
      </p:sp>
      <p:sp>
        <p:nvSpPr>
          <p:cNvPr id="1505505207" name="PlaceHolder 3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8069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34925864" name="PlaceHolder 2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8518936" name="PlaceHolder 3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48AF72F6-B14D-459B-B31E-362C42B46870}" type="slidenum">
              <a:rPr/>
              <a:t>&lt;#&gt;</a:t>
            </a:fld>
            <a:endParaRPr/>
          </a:p>
        </p:txBody>
      </p:sp>
      <p:sp>
        <p:nvSpPr>
          <p:cNvPr id="1570331050" name="PlaceHolder 4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00601" name="PlaceHolder 1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21932682" name="PlaceHolder 2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8FB6FFE3-7825-42FC-B89A-3C5431958C98}" type="slidenum">
              <a:rPr/>
              <a:t>&lt;#&gt;</a:t>
            </a:fld>
            <a:endParaRPr/>
          </a:p>
        </p:txBody>
      </p:sp>
      <p:sp>
        <p:nvSpPr>
          <p:cNvPr id="1305424200" name="PlaceHolder 3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402337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10069160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114ECC33-75C0-419F-9479-7387DF8D7472}" type="slidenum">
              <a:rPr/>
              <a:t>&lt;#&gt;</a:t>
            </a:fld>
            <a:endParaRPr/>
          </a:p>
        </p:txBody>
      </p:sp>
      <p:sp>
        <p:nvSpPr>
          <p:cNvPr id="1388172930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60071" name="PlaceHolder 1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8432539" name="PlaceHolder 2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D9DB48BF-3609-42CB-8E99-8003F6AD2733}" type="slidenum">
              <a:rPr/>
              <a:t>&lt;#&gt;</a:t>
            </a:fld>
            <a:endParaRPr/>
          </a:p>
        </p:txBody>
      </p:sp>
      <p:sp>
        <p:nvSpPr>
          <p:cNvPr id="1078776648" name="PlaceHolder 3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5186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95881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325016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755359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712309B-77EF-41B0-9A04-D64315DA82C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63815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59466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2247814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7422121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927941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026022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F35F22C-EF7C-4C7F-9D6E-D1C266FE903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297487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0935234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281556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277404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677605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9852015-D4B8-4D5F-AFA6-106E4CBADC8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17239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3934607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50860098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042979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988435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D889B1A-F173-4E8B-9BC7-537E2AF137E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279492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60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22619021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8045710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728124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950839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EBB7BE0-A4B3-46A5-A316-95A62E91A9C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07321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841036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1720634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2779981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268710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1867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D17663-9E03-4002-90E4-B8321E7212A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686225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75164932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586310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2153942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73221143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0730802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331420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894117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62CCB75-18C4-4CC2-AFF6-5627899C55F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94980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2510883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006421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366607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79E9153-AD5F-4725-B2A7-FD22F57B94D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86855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831378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690621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518195B-6A2D-481B-9CEC-F627445C943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36418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0462902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945069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63779283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0358400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443514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EF4BBF6-D9E5-4529-9E34-17F27BAE752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8186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595089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  <a:ea typeface="Arial"/>
              </a:rPr>
              <a:t>Click icon to add picture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9322255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06374279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950708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PH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PH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PH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565902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0A31F33-DE14-4FC7-8EDB-6D8DB6886B2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PH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916659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score = int(input("Enter your score: "))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score &gt;= 90: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grade = "A"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2)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score &gt;= 80: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grade = "B"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3)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grade = "C or below"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print("Your grade is: " + str(grade))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847114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price_input = input("Enter price: ")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qty_input = input("Enter quantity: ")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price = </a:t>
            </a:r>
            <a:r>
              <a:rPr lang="en-US" sz="3400" b="0" strike="noStrike" spc="0">
                <a:solidFill>
                  <a:srgbClr val="0070C0"/>
                </a:solidFill>
                <a:latin typeface="Arial"/>
                <a:ea typeface="Arial"/>
              </a:rPr>
              <a:t>4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____(price_input)   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convert price_input to a </a:t>
            </a:r>
            <a:r>
              <a:rPr lang="en-US" sz="3400" b="0" strike="noStrike" spc="-1">
                <a:solidFill>
                  <a:schemeClr val="lt1">
                    <a:lumMod val="75000"/>
                  </a:schemeClr>
                </a:solidFill>
                <a:latin typeface="Arial"/>
                <a:ea typeface="Arial"/>
              </a:rPr>
              <a:t>float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qty = </a:t>
            </a:r>
            <a:r>
              <a:rPr lang="en-US" sz="3400" b="0" strike="noStrike" spc="0">
                <a:solidFill>
                  <a:srgbClr val="0070C0"/>
                </a:solidFill>
                <a:latin typeface="Arial"/>
                <a:ea typeface="Arial"/>
              </a:rPr>
              <a:t>5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____(qty_input)       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convert qty_input to an </a:t>
            </a:r>
            <a:r>
              <a:rPr lang="en-US" sz="3400" b="0" strike="noStrike" spc="-1">
                <a:solidFill>
                  <a:schemeClr val="lt1">
                    <a:lumMod val="75000"/>
                  </a:schemeClr>
                </a:solidFill>
                <a:latin typeface="Arial"/>
                <a:ea typeface="Arial"/>
              </a:rPr>
              <a:t>integer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total = price * qty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print("Total cost: " + </a:t>
            </a:r>
            <a:r>
              <a:rPr lang="en-US" sz="3400" b="0" strike="noStrike" spc="0">
                <a:solidFill>
                  <a:srgbClr val="0070C0"/>
                </a:solidFill>
                <a:latin typeface="Arial"/>
                <a:ea typeface="Arial"/>
              </a:rPr>
              <a:t>6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____(total))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convert total to a string for printing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658331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n = int(input("Enter a number: "))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total = 0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count = 1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7)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count &lt;= n: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total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8)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count   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add count to total 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count += 1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print("Sum from 1 to" + str(n) + "is", str(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9)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___))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48267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word = input("Enter a word: ")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word = word.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10)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____() 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 # convert the word to lowercase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vowels = "aeiou"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count = 0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for letter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11)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word: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if letter in vowels: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count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12)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1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 # increase count by 1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print("Number of vowels:" + str(count))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679299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limit_input = input("How many numbers to check? ")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limit =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13)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____(limit_input)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convert text input to integer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for num in range(1, limit + 1):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14)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num % 2 == 0: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result = "Even"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else: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result = "Odd"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    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print(str(num) + " is " </a:t>
            </a:r>
            <a:r>
              <a:rPr lang="en-US" sz="3400" b="0" strike="noStrike" spc="-1">
                <a:solidFill>
                  <a:srgbClr val="0070C0"/>
                </a:solidFill>
                <a:latin typeface="Arial"/>
                <a:ea typeface="Arial"/>
              </a:rPr>
              <a:t>15)</a:t>
            </a:r>
            <a:r>
              <a:rPr lang="en-US" sz="3400" b="0" strike="noStrike" spc="-1">
                <a:solidFill>
                  <a:schemeClr val="dk1"/>
                </a:solidFill>
                <a:latin typeface="Arial"/>
                <a:ea typeface="Arial"/>
              </a:rPr>
              <a:t>____ result)   </a:t>
            </a:r>
            <a:r>
              <a:rPr lang="en-US" sz="3400" b="0" strike="noStrike" spc="-1">
                <a:solidFill>
                  <a:schemeClr val="lt1">
                    <a:lumMod val="65000"/>
                  </a:schemeClr>
                </a:solidFill>
                <a:latin typeface="Arial"/>
                <a:ea typeface="Arial"/>
              </a:rPr>
              <a:t># combine strings using concatenation</a:t>
            </a:r>
            <a:endParaRPr lang="en-PH" sz="3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02122" name="PlaceHolder 1"/>
          <p:cNvSpPr>
            <a:spLocks noGrp="1"/>
          </p:cNvSpPr>
          <p:nvPr>
            <p:ph type="subTitle"/>
          </p:nvPr>
        </p:nvSpPr>
        <p:spPr bwMode="auto">
          <a:xfrm>
            <a:off x="180719" y="63000"/>
            <a:ext cx="11824920" cy="66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algn="ctr">
              <a:defRPr/>
            </a:pPr>
            <a:endParaRPr lang="en-PH" sz="24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  <p:graphicFrame>
        <p:nvGraphicFramePr>
          <p:cNvPr id="1551813243" name=""/>
          <p:cNvGraphicFramePr>
            <a:graphicFrameLocks xmlns:a="http://schemas.openxmlformats.org/drawingml/2006/main"/>
          </p:cNvGraphicFramePr>
          <p:nvPr/>
        </p:nvGraphicFramePr>
        <p:xfrm rot="0">
          <a:off x="183240" y="50040"/>
          <a:ext cx="11812320" cy="67068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37320"/>
                <a:gridCol w="3937320"/>
                <a:gridCol w="3937320"/>
              </a:tblGrid>
              <a:tr h="2146320">
                <a:tc>
                  <a:txBody>
                    <a:bodyPr/>
                    <a:p>
                      <a:pPr marL="482040" indent="-4820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eriod"/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2.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elif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3.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else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0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4.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float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5.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int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6. </a:t>
                      </a:r>
                      <a:r>
                        <a:rPr lang="en-US" sz="3600" b="0" i="0" u="none" strike="noStrike" cap="none" spc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str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0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7. while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8. +=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9. total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0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10. lower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11. in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12. += 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0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13. int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14. if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3600" b="0" strike="noStrike" spc="-1">
                          <a:solidFill>
                            <a:srgbClr val="000000"/>
                          </a:solidFill>
                          <a:latin typeface="Courier New"/>
                          <a:ea typeface="Courier New"/>
                        </a:rPr>
                        <a:t>15. +</a:t>
                      </a:r>
                      <a:endParaRPr lang="en-PH" sz="3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360" marR="9360" anchor="ctr"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en-PH</dc:language>
  <cp:lastModifiedBy/>
  <cp:revision>11</cp:revision>
  <dcterms:modified xsi:type="dcterms:W3CDTF">2026-09-30T06:23:41Z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6</vt:i4>
  </property>
  <property fmtid="{D5CDD505-2E9C-101B-9397-08002B2CF9AE}" pid="4" name="PresentationFormat">
    <vt:lpwstr>On-screen Show (4:3)</vt:lpwstr>
  </property>
  <property fmtid="{D5CDD505-2E9C-101B-9397-08002B2CF9AE}" pid="5" name="Slides">
    <vt:i4>6</vt:i4>
  </property>
</Properties>
</file>