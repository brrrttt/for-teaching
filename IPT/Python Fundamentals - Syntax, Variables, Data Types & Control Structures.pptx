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306998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FFD43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Syntax, Variables, Data Types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Control Structures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526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walkthrough of core Python building blocks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Common Syntaxes, Variables &amp; Data Types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4709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syntaxes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and time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8308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Control Structures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2606040"/>
            <a:ext cx="4709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statements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if / elif / else statement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“switch” statement (match / case)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Syntaxes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don’t need semicolons — optional, rarely used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 (usually 4 spaces) defines code blocks — no curly braces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Comments: # for single line, ‘‘‘ or “”” for multi-line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Case-sensitive: Name and name are different identifiers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Colons ( : ) start blocks — if, for, def — followed by an indented block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89320" y="1691640"/>
            <a:ext cx="5623560" cy="3566160"/>
          </a:xfrm>
          <a:prstGeom prst="roundRect">
            <a:avLst>
              <a:gd name="adj" fmla="val 2051"/>
            </a:avLst>
          </a:prstGeom>
          <a:solidFill>
            <a:srgbClr val="1E243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0" y="1856232"/>
            <a:ext cx="516636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This is a comment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"Albert"       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variable assignment,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type declared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print(name)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True: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print("indented block")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declare a type — Python infers it automatically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using the equals sign ( = )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rules: start with a letter or underscore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spaces allowed, and names are case-sensitive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use reserved keywords (if, for, class, etc.)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89320" y="1691640"/>
            <a:ext cx="5623560" cy="3566160"/>
          </a:xfrm>
          <a:prstGeom prst="roundRect">
            <a:avLst>
              <a:gd name="adj" fmla="val 2051"/>
            </a:avLst>
          </a:prstGeom>
          <a:solidFill>
            <a:srgbClr val="1E243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0" y="1856232"/>
            <a:ext cx="516636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10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3.14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"Albert"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is_active = True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0C1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y, z = 1, 2, 3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multiple assignment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0C1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b = c = 0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same value, many vars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48056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6998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numbers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 numbers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"hello"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 / False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[1, 2, 3]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Ordered, mutable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(1, 2, 3)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Ordered, immutable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{"key": "value"}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Key-value pairs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{1, 2, 3}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Unordered, unique values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NoneType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None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Represents “nothing”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and 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through the built-in datetime module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datetime.now() returns the current date and time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date.today() returns the current date only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strftime() formats a date/time object as a string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timedelta enables date arithmetic (add/subtract durations)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89320" y="1691640"/>
            <a:ext cx="5623560" cy="3657600"/>
          </a:xfrm>
          <a:prstGeom prst="roundRect">
            <a:avLst>
              <a:gd name="adj" fmla="val 2000"/>
            </a:avLst>
          </a:prstGeom>
          <a:solidFill>
            <a:srgbClr val="1E243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0" y="1856232"/>
            <a:ext cx="5166360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datetime import (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datetime, date, timedelta)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 = datetime.now()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 = date.today()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0C1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now.strftime("%Y-%m-%d %H:%M:%S")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 = today + timedelta(days=7)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Strings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with single (‘...’) or double (“...”) quotes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— operations return new strings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indexing s[0] and slicing s[0:5]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built-in methods: upper(), lower(), replace(), split()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f-strings are the standard way to insert variables into text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89320" y="1691640"/>
            <a:ext cx="5623560" cy="4023360"/>
          </a:xfrm>
          <a:prstGeom prst="roundRect">
            <a:avLst>
              <a:gd name="adj" fmla="val 1818"/>
            </a:avLst>
          </a:prstGeom>
          <a:solidFill>
            <a:srgbClr val="1E243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0" y="1856232"/>
            <a:ext cx="5166360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"Hello, World!"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len(s)                  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13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s.upper()               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"HELLO, WORLD!"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s[0:5]                  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"Hello"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0C1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greeting = f"Hi, {name}!"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30699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FFD43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743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Structures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statements · if / elif / else · the “switch” statement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Statements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statements let a program make decisions and run different code depending on whether a condition is True or False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evaluates the condition first, then executes only the matching block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749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  !=   &lt;   &gt;   &lt;=   &gt;=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0" y="356616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7F8FA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3749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41605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  or   not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if / elif / else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runs a block only when its condition is True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checks another condition if the previous ones were False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are checked top to bottom — the first True one runs, then the chain stops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is optional and catches anything not matched above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chain as many elif blocks as needed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89320" y="1691640"/>
            <a:ext cx="5623560" cy="4480560"/>
          </a:xfrm>
          <a:prstGeom prst="roundRect">
            <a:avLst>
              <a:gd name="adj" fmla="val 1633"/>
            </a:avLst>
          </a:prstGeom>
          <a:solidFill>
            <a:srgbClr val="1E243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0" y="1856232"/>
            <a:ext cx="5166360" cy="415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75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&gt;= 90: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print("Grade: A")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score &gt;= 80: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print("Grade: B")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score &gt;= 70: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print("Grade: C")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print("Grade: F")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“Switch”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has no traditional switch statement like C, Java, or JavaScript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workaround: an if / elif / else chain, or a dictionary mapping values to functions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Python 3.10, match / case fills this role — and supports full pattern matching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_:  is the default case, like default in other languages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values in one case: case 6 | 7: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89320" y="1691640"/>
            <a:ext cx="5623560" cy="3931920"/>
          </a:xfrm>
          <a:prstGeom prst="roundRect">
            <a:avLst>
              <a:gd name="adj" fmla="val 1860"/>
            </a:avLst>
          </a:prstGeom>
          <a:solidFill>
            <a:srgbClr val="1E243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0" y="1856232"/>
            <a:ext cx="5166360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= 3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day: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1: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print("Monday")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2: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print("Tuesday")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3: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print("Wednesday")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_: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print("Invalid day")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2026-08-27T23:49:14Z</dcterms:created>
  <dcterms:modified xsi:type="dcterms:W3CDTF">2026-08-27T23:49:14Z</dcterms:modified>
</cp:coreProperties>
</file>