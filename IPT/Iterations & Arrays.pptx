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&amp; Arrays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structures, looping techniques, and working with arrays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Iterations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structure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procedures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techniques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Arrays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arrays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searching in an array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 and multidimensional arrays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— SECTION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two loop types: for (iterate over a sequence) and while (repeat while a condition is True)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immediately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 to the next iteration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on a loop runs after it finishes normally — skipped if break fired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loop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[1, 2, 3]: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loop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3: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range(5):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3: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C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 break")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— SECTION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Procedures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used when iterating over a known sequence: a list, string, or range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used when the number of iterations isn’t known ahead of time, only a condition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can be nested — a loop placed inside another loop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  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0..4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char in "Python":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print(char)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5: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loops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range(2):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print(i, j)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— 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0136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0136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sequence of numbers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1801368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  # 0,2,4,6,8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8803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index and value together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2880360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 in enumerate(fruits):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593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9593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multiple sequences in parallel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3959352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a, b in zip(names, ages):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383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comprehension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503834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way to build a list using a loop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0" y="503834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[x**2 for x in range(5)]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arrays · sorting and searching · multidimensional arrays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SECTION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Arrays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doesn’t have a built-in “array” type like C or Java — the list is used as a one-dimensional array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stores an ordered collection of items, accessed by index starting at 0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be added, removed, or changed — lists are mutable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module offers true fixed-type arrays for numeric data when memory efficiency matters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numbers[0]  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numbers[-1] 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 (last item)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numbers[1:3]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[20, 30]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numbers.append(60)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numbers.insert(0, 5)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numbers.remove(30)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len(numbers)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SECTION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Searching in an Array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sorts a list in place; sorted() returns a new sorted list, leaving the original untouched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reverse=True sorts in descending order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checks each element in turn — works on any list, O(n)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much faster, O(log n), but requires the list to already be sorted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[5, 2, 9, 1, 7]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       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[1,2,5,7,9]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sorted(nums, reverse=True)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linear search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7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 in enumerate(nums):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 == target: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binary search (sorted list)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bisect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bisect.bisect_left(nums, 7)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 and Multidimensional Arrays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is a list of lists — useful for grids, matrices, and tables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 element with two indices: array[row][col]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arrays extend the same idea to 3+ levels of nesting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are the standard way to traverse every element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[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2, 3],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[4, 5, 6],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[7, 8, 9],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grid[1][2]       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(row 1, col 2)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traverse with nested loops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grid: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value in row: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print(value, end=" ")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2026-09-03T23:18:10Z</dcterms:created>
  <dcterms:modified xsi:type="dcterms:W3CDTF">2026-09-03T23:18:10Z</dcterms:modified>
</cp:coreProperties>
</file>